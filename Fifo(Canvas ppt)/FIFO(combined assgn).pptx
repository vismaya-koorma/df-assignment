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imo Bold" panose="020B0604020202020204" charset="0"/>
      <p:regular r:id="rId23"/>
    </p:embeddedFont>
    <p:embeddedFont>
      <p:font typeface="Canva Sans" panose="020B0604020202020204" charset="0"/>
      <p:regular r:id="rId24"/>
    </p:embeddedFont>
    <p:embeddedFont>
      <p:font typeface="Canva Sans Bold" panose="020B0604020202020204" charset="0"/>
      <p:regular r:id="rId25"/>
    </p:embeddedFont>
    <p:embeddedFont>
      <p:font typeface="Garet" panose="020B0604020202020204" charset="0"/>
      <p:regular r:id="rId26"/>
    </p:embeddedFont>
    <p:embeddedFont>
      <p:font typeface="Garet Bold" panose="020B0604020202020204" charset="0"/>
      <p:regular r:id="rId27"/>
    </p:embeddedFont>
    <p:embeddedFont>
      <p:font typeface="Norwester"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7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778174" y="-1785954"/>
            <a:ext cx="10371714" cy="13642326"/>
            <a:chOff x="0" y="0"/>
            <a:chExt cx="812800" cy="1069108"/>
          </a:xfrm>
        </p:grpSpPr>
        <p:sp>
          <p:nvSpPr>
            <p:cNvPr id="3" name="Freeform 3"/>
            <p:cNvSpPr/>
            <p:nvPr/>
          </p:nvSpPr>
          <p:spPr>
            <a:xfrm>
              <a:off x="0" y="0"/>
              <a:ext cx="812800" cy="1069108"/>
            </a:xfrm>
            <a:custGeom>
              <a:avLst/>
              <a:gdLst/>
              <a:ahLst/>
              <a:cxnLst/>
              <a:rect l="l" t="t" r="r" b="b"/>
              <a:pathLst>
                <a:path w="812800" h="1069108">
                  <a:moveTo>
                    <a:pt x="406400" y="0"/>
                  </a:moveTo>
                  <a:cubicBezTo>
                    <a:pt x="181951" y="0"/>
                    <a:pt x="0" y="239328"/>
                    <a:pt x="0" y="534554"/>
                  </a:cubicBezTo>
                  <a:cubicBezTo>
                    <a:pt x="0" y="829780"/>
                    <a:pt x="181951" y="1069108"/>
                    <a:pt x="406400" y="1069108"/>
                  </a:cubicBezTo>
                  <a:cubicBezTo>
                    <a:pt x="630849" y="1069108"/>
                    <a:pt x="812800" y="829780"/>
                    <a:pt x="812800" y="534554"/>
                  </a:cubicBezTo>
                  <a:cubicBezTo>
                    <a:pt x="812800" y="239328"/>
                    <a:pt x="630849" y="0"/>
                    <a:pt x="406400" y="0"/>
                  </a:cubicBezTo>
                  <a:close/>
                </a:path>
              </a:pathLst>
            </a:custGeom>
            <a:gradFill rotWithShape="1">
              <a:gsLst>
                <a:gs pos="0">
                  <a:srgbClr val="9FCDFF">
                    <a:alpha val="0"/>
                  </a:srgbClr>
                </a:gs>
                <a:gs pos="100000">
                  <a:srgbClr val="3964CD">
                    <a:alpha val="100000"/>
                  </a:srgbClr>
                </a:gs>
              </a:gsLst>
              <a:lin ang="0"/>
            </a:gradFill>
          </p:spPr>
          <p:txBody>
            <a:bodyPr/>
            <a:lstStyle/>
            <a:p>
              <a:endParaRPr lang="en-GB"/>
            </a:p>
          </p:txBody>
        </p:sp>
        <p:sp>
          <p:nvSpPr>
            <p:cNvPr id="4" name="TextBox 4"/>
            <p:cNvSpPr txBox="1"/>
            <p:nvPr/>
          </p:nvSpPr>
          <p:spPr>
            <a:xfrm>
              <a:off x="76200" y="62129"/>
              <a:ext cx="660400" cy="90675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778174" y="898757"/>
            <a:ext cx="6372983" cy="8896297"/>
          </a:xfrm>
          <a:custGeom>
            <a:avLst/>
            <a:gdLst/>
            <a:ahLst/>
            <a:cxnLst/>
            <a:rect l="l" t="t" r="r" b="b"/>
            <a:pathLst>
              <a:path w="6372983" h="8896297">
                <a:moveTo>
                  <a:pt x="0" y="0"/>
                </a:moveTo>
                <a:lnTo>
                  <a:pt x="6372983" y="0"/>
                </a:lnTo>
                <a:lnTo>
                  <a:pt x="6372983" y="8896297"/>
                </a:lnTo>
                <a:lnTo>
                  <a:pt x="0" y="88962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6" name="Group 6"/>
          <p:cNvGrpSpPr/>
          <p:nvPr/>
        </p:nvGrpSpPr>
        <p:grpSpPr>
          <a:xfrm rot="10407285">
            <a:off x="-5706130" y="-188416"/>
            <a:ext cx="10371714" cy="10447250"/>
            <a:chOff x="0" y="0"/>
            <a:chExt cx="812800" cy="818720"/>
          </a:xfrm>
        </p:grpSpPr>
        <p:sp>
          <p:nvSpPr>
            <p:cNvPr id="7" name="Freeform 7"/>
            <p:cNvSpPr/>
            <p:nvPr/>
          </p:nvSpPr>
          <p:spPr>
            <a:xfrm>
              <a:off x="0" y="0"/>
              <a:ext cx="812800" cy="818720"/>
            </a:xfrm>
            <a:custGeom>
              <a:avLst/>
              <a:gdLst/>
              <a:ahLst/>
              <a:cxnLst/>
              <a:rect l="l" t="t" r="r" b="b"/>
              <a:pathLst>
                <a:path w="812800" h="818720">
                  <a:moveTo>
                    <a:pt x="406400" y="0"/>
                  </a:moveTo>
                  <a:cubicBezTo>
                    <a:pt x="181951" y="0"/>
                    <a:pt x="0" y="183277"/>
                    <a:pt x="0" y="409360"/>
                  </a:cubicBezTo>
                  <a:cubicBezTo>
                    <a:pt x="0" y="635443"/>
                    <a:pt x="181951" y="818720"/>
                    <a:pt x="406400" y="818720"/>
                  </a:cubicBezTo>
                  <a:cubicBezTo>
                    <a:pt x="630849" y="818720"/>
                    <a:pt x="812800" y="635443"/>
                    <a:pt x="812800" y="409360"/>
                  </a:cubicBezTo>
                  <a:cubicBezTo>
                    <a:pt x="812800" y="183277"/>
                    <a:pt x="630849" y="0"/>
                    <a:pt x="406400" y="0"/>
                  </a:cubicBezTo>
                  <a:close/>
                </a:path>
              </a:pathLst>
            </a:custGeom>
            <a:gradFill rotWithShape="1">
              <a:gsLst>
                <a:gs pos="0">
                  <a:srgbClr val="9FCDFF">
                    <a:alpha val="0"/>
                  </a:srgbClr>
                </a:gs>
                <a:gs pos="100000">
                  <a:srgbClr val="3964CD">
                    <a:alpha val="100000"/>
                  </a:srgbClr>
                </a:gs>
              </a:gsLst>
              <a:lin ang="0"/>
            </a:gradFill>
          </p:spPr>
          <p:txBody>
            <a:bodyPr/>
            <a:lstStyle/>
            <a:p>
              <a:endParaRPr lang="en-GB"/>
            </a:p>
          </p:txBody>
        </p:sp>
        <p:sp>
          <p:nvSpPr>
            <p:cNvPr id="8" name="TextBox 8"/>
            <p:cNvSpPr txBox="1"/>
            <p:nvPr/>
          </p:nvSpPr>
          <p:spPr>
            <a:xfrm>
              <a:off x="76200" y="38655"/>
              <a:ext cx="660400" cy="70331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766236" y="3637090"/>
            <a:ext cx="7690481" cy="770605"/>
          </a:xfrm>
          <a:prstGeom prst="rect">
            <a:avLst/>
          </a:prstGeom>
        </p:spPr>
        <p:txBody>
          <a:bodyPr lIns="0" tIns="0" rIns="0" bIns="0" rtlCol="0" anchor="t">
            <a:spAutoFit/>
          </a:bodyPr>
          <a:lstStyle/>
          <a:p>
            <a:pPr algn="l">
              <a:lnSpc>
                <a:spcPts val="6350"/>
              </a:lnSpc>
              <a:spcBef>
                <a:spcPct val="0"/>
              </a:spcBef>
            </a:pPr>
            <a:r>
              <a:rPr lang="en-US" sz="4536" spc="-208">
                <a:solidFill>
                  <a:srgbClr val="EBF5FE"/>
                </a:solidFill>
                <a:latin typeface="Garet"/>
                <a:ea typeface="Garet"/>
                <a:cs typeface="Garet"/>
                <a:sym typeface="Garet"/>
              </a:rPr>
              <a:t>REPLACEMENT ALGORITHM</a:t>
            </a:r>
          </a:p>
        </p:txBody>
      </p:sp>
      <p:sp>
        <p:nvSpPr>
          <p:cNvPr id="10" name="TextBox 10"/>
          <p:cNvSpPr txBox="1"/>
          <p:nvPr/>
        </p:nvSpPr>
        <p:spPr>
          <a:xfrm>
            <a:off x="1766236" y="4807187"/>
            <a:ext cx="7690481" cy="1756780"/>
          </a:xfrm>
          <a:prstGeom prst="rect">
            <a:avLst/>
          </a:prstGeom>
        </p:spPr>
        <p:txBody>
          <a:bodyPr lIns="0" tIns="0" rIns="0" bIns="0" rtlCol="0" anchor="t">
            <a:spAutoFit/>
          </a:bodyPr>
          <a:lstStyle/>
          <a:p>
            <a:pPr algn="l">
              <a:lnSpc>
                <a:spcPts val="14469"/>
              </a:lnSpc>
              <a:spcBef>
                <a:spcPct val="0"/>
              </a:spcBef>
            </a:pPr>
            <a:r>
              <a:rPr lang="en-US" sz="10335" b="1" spc="-475">
                <a:solidFill>
                  <a:srgbClr val="EBF5FE"/>
                </a:solidFill>
                <a:latin typeface="Garet Bold"/>
                <a:ea typeface="Garet Bold"/>
                <a:cs typeface="Garet Bold"/>
                <a:sym typeface="Garet Bold"/>
              </a:rPr>
              <a:t>FIFO</a:t>
            </a:r>
          </a:p>
        </p:txBody>
      </p:sp>
      <p:sp>
        <p:nvSpPr>
          <p:cNvPr id="11" name="TextBox 11"/>
          <p:cNvSpPr txBox="1"/>
          <p:nvPr/>
        </p:nvSpPr>
        <p:spPr>
          <a:xfrm>
            <a:off x="2565835" y="7767205"/>
            <a:ext cx="4132080" cy="355306"/>
          </a:xfrm>
          <a:prstGeom prst="rect">
            <a:avLst/>
          </a:prstGeom>
        </p:spPr>
        <p:txBody>
          <a:bodyPr lIns="0" tIns="0" rIns="0" bIns="0" rtlCol="0" anchor="t">
            <a:spAutoFit/>
          </a:bodyPr>
          <a:lstStyle/>
          <a:p>
            <a:pPr algn="l">
              <a:lnSpc>
                <a:spcPts val="2991"/>
              </a:lnSpc>
              <a:spcBef>
                <a:spcPct val="0"/>
              </a:spcBef>
            </a:pPr>
            <a:r>
              <a:rPr lang="en-US" sz="2136" b="1" spc="-98">
                <a:solidFill>
                  <a:srgbClr val="3C67BF"/>
                </a:solidFill>
                <a:latin typeface="Garet Bold"/>
                <a:ea typeface="Garet Bold"/>
                <a:cs typeface="Garet Bold"/>
                <a:sym typeface="Garet Bold"/>
              </a:rPr>
              <a:t>www.reallygreatisite.com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6784291" y="901942"/>
            <a:ext cx="475009" cy="475009"/>
          </a:xfrm>
          <a:custGeom>
            <a:avLst/>
            <a:gdLst/>
            <a:ahLst/>
            <a:cxnLst/>
            <a:rect l="l" t="t" r="r" b="b"/>
            <a:pathLst>
              <a:path w="475009" h="475009">
                <a:moveTo>
                  <a:pt x="0" y="0"/>
                </a:moveTo>
                <a:lnTo>
                  <a:pt x="475009" y="0"/>
                </a:lnTo>
                <a:lnTo>
                  <a:pt x="475009" y="475009"/>
                </a:lnTo>
                <a:lnTo>
                  <a:pt x="0" y="4750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104900" y="262118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r:embed="rId4">
              <a:alphaModFix amt="48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a:off x="15250385" y="7709520"/>
            <a:ext cx="4017831" cy="701294"/>
          </a:xfrm>
          <a:custGeom>
            <a:avLst/>
            <a:gdLst/>
            <a:ahLst/>
            <a:cxnLst/>
            <a:rect l="l" t="t" r="r" b="b"/>
            <a:pathLst>
              <a:path w="4017831" h="701294">
                <a:moveTo>
                  <a:pt x="0" y="0"/>
                </a:moveTo>
                <a:lnTo>
                  <a:pt x="4017830" y="0"/>
                </a:lnTo>
                <a:lnTo>
                  <a:pt x="4017830" y="701294"/>
                </a:lnTo>
                <a:lnTo>
                  <a:pt x="0" y="701294"/>
                </a:lnTo>
                <a:lnTo>
                  <a:pt x="0" y="0"/>
                </a:lnTo>
                <a:close/>
              </a:path>
            </a:pathLst>
          </a:custGeom>
          <a:blipFill>
            <a:blip r:embed="rId4">
              <a:alphaModFix amt="4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a:off x="14219233" y="1856673"/>
            <a:ext cx="4444454" cy="2230308"/>
          </a:xfrm>
          <a:custGeom>
            <a:avLst/>
            <a:gdLst/>
            <a:ahLst/>
            <a:cxnLst/>
            <a:rect l="l" t="t" r="r" b="b"/>
            <a:pathLst>
              <a:path w="4444454" h="2230308">
                <a:moveTo>
                  <a:pt x="0" y="0"/>
                </a:moveTo>
                <a:lnTo>
                  <a:pt x="4444454" y="0"/>
                </a:lnTo>
                <a:lnTo>
                  <a:pt x="4444454" y="2230308"/>
                </a:lnTo>
                <a:lnTo>
                  <a:pt x="0" y="22303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TextBox 6"/>
          <p:cNvSpPr txBox="1"/>
          <p:nvPr/>
        </p:nvSpPr>
        <p:spPr>
          <a:xfrm>
            <a:off x="5030869" y="1253126"/>
            <a:ext cx="8052468" cy="2175711"/>
          </a:xfrm>
          <a:prstGeom prst="rect">
            <a:avLst/>
          </a:prstGeom>
        </p:spPr>
        <p:txBody>
          <a:bodyPr lIns="0" tIns="0" rIns="0" bIns="0" rtlCol="0" anchor="t">
            <a:spAutoFit/>
          </a:bodyPr>
          <a:lstStyle/>
          <a:p>
            <a:pPr algn="ctr">
              <a:lnSpc>
                <a:spcPts val="8703"/>
              </a:lnSpc>
              <a:spcBef>
                <a:spcPct val="0"/>
              </a:spcBef>
            </a:pPr>
            <a:r>
              <a:rPr lang="en-US" sz="6217" b="1" spc="-285">
                <a:solidFill>
                  <a:srgbClr val="EBF5FE"/>
                </a:solidFill>
                <a:latin typeface="Garet Bold"/>
                <a:ea typeface="Garet Bold"/>
                <a:cs typeface="Garet Bold"/>
                <a:sym typeface="Garet Bold"/>
              </a:rPr>
              <a:t>REPLACEMENT ALGORITHM</a:t>
            </a:r>
          </a:p>
        </p:txBody>
      </p:sp>
      <p:sp>
        <p:nvSpPr>
          <p:cNvPr id="7" name="TextBox 7"/>
          <p:cNvSpPr txBox="1"/>
          <p:nvPr/>
        </p:nvSpPr>
        <p:spPr>
          <a:xfrm>
            <a:off x="2355670" y="4133200"/>
            <a:ext cx="14428621" cy="4446322"/>
          </a:xfrm>
          <a:prstGeom prst="rect">
            <a:avLst/>
          </a:prstGeom>
        </p:spPr>
        <p:txBody>
          <a:bodyPr lIns="0" tIns="0" rIns="0" bIns="0" rtlCol="0" anchor="t">
            <a:spAutoFit/>
          </a:bodyPr>
          <a:lstStyle/>
          <a:p>
            <a:pPr algn="just">
              <a:lnSpc>
                <a:spcPts val="5139"/>
              </a:lnSpc>
            </a:pPr>
            <a:r>
              <a:rPr lang="en-US" sz="3671" spc="-168">
                <a:solidFill>
                  <a:srgbClr val="EBF5FE"/>
                </a:solidFill>
                <a:latin typeface="Garet"/>
                <a:ea typeface="Garet"/>
                <a:cs typeface="Garet"/>
                <a:sym typeface="Garet"/>
              </a:rPr>
              <a:t>Replacement algorithms help the operating system manage limited memory by deciding which block or page to remove when new data needs to be loaded. When the cache or RAM becomes full, these algorithms choose the best candidate for replacement to reduce page faults and maintain smooth system performance. Common methods include FIFO, LRU, and Optimal replacement.</a:t>
            </a:r>
          </a:p>
          <a:p>
            <a:pPr algn="just">
              <a:lnSpc>
                <a:spcPts val="5139"/>
              </a:lnSpc>
              <a:spcBef>
                <a:spcPct val="0"/>
              </a:spcBef>
            </a:pPr>
            <a:endParaRPr lang="en-US" sz="3671" spc="-168">
              <a:solidFill>
                <a:srgbClr val="EBF5FE"/>
              </a:solidFill>
              <a:latin typeface="Garet"/>
              <a:ea typeface="Garet"/>
              <a:cs typeface="Garet"/>
              <a:sym typeface="Garet"/>
            </a:endParaRPr>
          </a:p>
        </p:txBody>
      </p:sp>
      <p:sp>
        <p:nvSpPr>
          <p:cNvPr id="8" name="Freeform 8"/>
          <p:cNvSpPr/>
          <p:nvPr/>
        </p:nvSpPr>
        <p:spPr>
          <a:xfrm flipH="1">
            <a:off x="-549482" y="1979092"/>
            <a:ext cx="4444454" cy="2230308"/>
          </a:xfrm>
          <a:custGeom>
            <a:avLst/>
            <a:gdLst/>
            <a:ahLst/>
            <a:cxnLst/>
            <a:rect l="l" t="t" r="r" b="b"/>
            <a:pathLst>
              <a:path w="4444454" h="2230308">
                <a:moveTo>
                  <a:pt x="4444455" y="0"/>
                </a:moveTo>
                <a:lnTo>
                  <a:pt x="0" y="0"/>
                </a:lnTo>
                <a:lnTo>
                  <a:pt x="0" y="2230308"/>
                </a:lnTo>
                <a:lnTo>
                  <a:pt x="4444455" y="2230308"/>
                </a:lnTo>
                <a:lnTo>
                  <a:pt x="444445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10517729">
            <a:off x="-2903692" y="-84714"/>
            <a:ext cx="10371714" cy="1037171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txBody>
            <a:bodyPr/>
            <a:lstStyle/>
            <a:p>
              <a:endParaRPr lang="en-GB"/>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095309" y="1730543"/>
            <a:ext cx="4492692" cy="6825913"/>
          </a:xfrm>
          <a:custGeom>
            <a:avLst/>
            <a:gdLst/>
            <a:ahLst/>
            <a:cxnLst/>
            <a:rect l="l" t="t" r="r" b="b"/>
            <a:pathLst>
              <a:path w="4492692" h="6825913">
                <a:moveTo>
                  <a:pt x="0" y="0"/>
                </a:moveTo>
                <a:lnTo>
                  <a:pt x="4492692" y="0"/>
                </a:lnTo>
                <a:lnTo>
                  <a:pt x="4492692" y="6825914"/>
                </a:lnTo>
                <a:lnTo>
                  <a:pt x="0" y="68259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a:off x="3841484" y="3638893"/>
            <a:ext cx="3525040" cy="3956677"/>
          </a:xfrm>
          <a:custGeom>
            <a:avLst/>
            <a:gdLst/>
            <a:ahLst/>
            <a:cxnLst/>
            <a:rect l="l" t="t" r="r" b="b"/>
            <a:pathLst>
              <a:path w="3525040" h="3956677">
                <a:moveTo>
                  <a:pt x="0" y="0"/>
                </a:moveTo>
                <a:lnTo>
                  <a:pt x="3525039" y="0"/>
                </a:lnTo>
                <a:lnTo>
                  <a:pt x="3525039" y="3956677"/>
                </a:lnTo>
                <a:lnTo>
                  <a:pt x="0" y="39566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7" name="TextBox 7"/>
          <p:cNvSpPr txBox="1"/>
          <p:nvPr/>
        </p:nvSpPr>
        <p:spPr>
          <a:xfrm>
            <a:off x="8194870" y="2611955"/>
            <a:ext cx="10749032" cy="2006921"/>
          </a:xfrm>
          <a:prstGeom prst="rect">
            <a:avLst/>
          </a:prstGeom>
        </p:spPr>
        <p:txBody>
          <a:bodyPr lIns="0" tIns="0" rIns="0" bIns="0" rtlCol="0" anchor="t">
            <a:spAutoFit/>
          </a:bodyPr>
          <a:lstStyle/>
          <a:p>
            <a:pPr algn="l">
              <a:lnSpc>
                <a:spcPts val="8032"/>
              </a:lnSpc>
              <a:spcBef>
                <a:spcPct val="0"/>
              </a:spcBef>
            </a:pPr>
            <a:r>
              <a:rPr lang="en-US" sz="5737" b="1" spc="-263">
                <a:solidFill>
                  <a:srgbClr val="EBF5FE"/>
                </a:solidFill>
                <a:latin typeface="Garet Bold"/>
                <a:ea typeface="Garet Bold"/>
                <a:cs typeface="Garet Bold"/>
                <a:sym typeface="Garet Bold"/>
              </a:rPr>
              <a:t> FIFO IN REPLACEMENT     ALGORITHM</a:t>
            </a:r>
          </a:p>
        </p:txBody>
      </p:sp>
      <p:sp>
        <p:nvSpPr>
          <p:cNvPr id="8" name="TextBox 8"/>
          <p:cNvSpPr txBox="1"/>
          <p:nvPr/>
        </p:nvSpPr>
        <p:spPr>
          <a:xfrm>
            <a:off x="8194870" y="4552202"/>
            <a:ext cx="9476329" cy="4706098"/>
          </a:xfrm>
          <a:prstGeom prst="rect">
            <a:avLst/>
          </a:prstGeom>
        </p:spPr>
        <p:txBody>
          <a:bodyPr lIns="0" tIns="0" rIns="0" bIns="0" rtlCol="0" anchor="t">
            <a:spAutoFit/>
          </a:bodyPr>
          <a:lstStyle/>
          <a:p>
            <a:pPr algn="just">
              <a:lnSpc>
                <a:spcPts val="4683"/>
              </a:lnSpc>
              <a:spcBef>
                <a:spcPct val="0"/>
              </a:spcBef>
            </a:pPr>
            <a:r>
              <a:rPr lang="en-US" sz="3345" spc="-153">
                <a:solidFill>
                  <a:srgbClr val="EBF5FE"/>
                </a:solidFill>
                <a:latin typeface="Garet"/>
                <a:ea typeface="Garet"/>
                <a:cs typeface="Garet"/>
                <a:sym typeface="Garet"/>
              </a:rPr>
              <a:t>FIFO (First-In First-Out) is one of the simplest page replacement algorithms. It replaces the page that has been in memory the longest. When a new page arrives and the memory is full, FIFO removes the oldest loaded page and loads the new one in its place. This method is easy to implement and uses a queue-like structure to track the order of pages.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Freeform 3"/>
          <p:cNvSpPr/>
          <p:nvPr/>
        </p:nvSpPr>
        <p:spPr>
          <a:xfrm rot="24000">
            <a:off x="10211673" y="1004300"/>
            <a:ext cx="7076268" cy="8278401"/>
          </a:xfrm>
          <a:custGeom>
            <a:avLst/>
            <a:gdLst/>
            <a:ahLst/>
            <a:cxnLst/>
            <a:rect l="l" t="t" r="r" b="b"/>
            <a:pathLst>
              <a:path w="7076268" h="8278401">
                <a:moveTo>
                  <a:pt x="0" y="49001"/>
                </a:moveTo>
                <a:lnTo>
                  <a:pt x="7018815" y="0"/>
                </a:lnTo>
                <a:lnTo>
                  <a:pt x="7076268" y="8229399"/>
                </a:lnTo>
                <a:lnTo>
                  <a:pt x="57453" y="8278400"/>
                </a:lnTo>
                <a:lnTo>
                  <a:pt x="0" y="49001"/>
                </a:lnTo>
                <a:close/>
              </a:path>
            </a:pathLst>
          </a:custGeom>
          <a:blipFill>
            <a:blip r:embed="rId3"/>
            <a:stretch>
              <a:fillRect l="-52908" t="-4266" r="-62275" b="-3336"/>
            </a:stretch>
          </a:blipFill>
        </p:spPr>
        <p:txBody>
          <a:bodyPr/>
          <a:lstStyle/>
          <a:p>
            <a:endParaRPr lang="en-GB"/>
          </a:p>
        </p:txBody>
      </p:sp>
      <p:sp>
        <p:nvSpPr>
          <p:cNvPr id="4" name="TextBox 4"/>
          <p:cNvSpPr txBox="1"/>
          <p:nvPr/>
        </p:nvSpPr>
        <p:spPr>
          <a:xfrm>
            <a:off x="1676400" y="3025569"/>
            <a:ext cx="6546917" cy="2117931"/>
          </a:xfrm>
          <a:prstGeom prst="rect">
            <a:avLst/>
          </a:prstGeom>
        </p:spPr>
        <p:txBody>
          <a:bodyPr wrap="square" lIns="0" tIns="0" rIns="0" bIns="0" rtlCol="0" anchor="t">
            <a:spAutoFit/>
          </a:bodyPr>
          <a:lstStyle/>
          <a:p>
            <a:pPr algn="ctr">
              <a:lnSpc>
                <a:spcPts val="17355"/>
              </a:lnSpc>
              <a:spcBef>
                <a:spcPct val="0"/>
              </a:spcBef>
            </a:pPr>
            <a:r>
              <a:rPr lang="en-US" sz="12396" b="1" dirty="0">
                <a:solidFill>
                  <a:srgbClr val="000000"/>
                </a:solidFill>
                <a:latin typeface="Canva Sans Bold"/>
                <a:ea typeface="Canva Sans Bold"/>
                <a:cs typeface="Canva Sans Bold"/>
                <a:sym typeface="Canva Sans Bold"/>
              </a:rPr>
              <a:t>Desktop</a:t>
            </a:r>
          </a:p>
        </p:txBody>
      </p:sp>
      <p:grpSp>
        <p:nvGrpSpPr>
          <p:cNvPr id="5" name="Group 5"/>
          <p:cNvGrpSpPr/>
          <p:nvPr/>
        </p:nvGrpSpPr>
        <p:grpSpPr>
          <a:xfrm>
            <a:off x="1999298" y="5879782"/>
            <a:ext cx="5600700" cy="1047750"/>
            <a:chOff x="0" y="0"/>
            <a:chExt cx="7467600" cy="1397000"/>
          </a:xfrm>
        </p:grpSpPr>
        <p:sp>
          <p:nvSpPr>
            <p:cNvPr id="6" name="Freeform 6"/>
            <p:cNvSpPr/>
            <p:nvPr/>
          </p:nvSpPr>
          <p:spPr>
            <a:xfrm>
              <a:off x="46990" y="50800"/>
              <a:ext cx="7372313" cy="1297899"/>
            </a:xfrm>
            <a:custGeom>
              <a:avLst/>
              <a:gdLst/>
              <a:ahLst/>
              <a:cxnLst/>
              <a:rect l="l" t="t" r="r" b="b"/>
              <a:pathLst>
                <a:path w="7372313" h="1297899">
                  <a:moveTo>
                    <a:pt x="77470" y="0"/>
                  </a:moveTo>
                  <a:cubicBezTo>
                    <a:pt x="182880" y="3810"/>
                    <a:pt x="259080" y="20320"/>
                    <a:pt x="316230" y="38100"/>
                  </a:cubicBezTo>
                  <a:cubicBezTo>
                    <a:pt x="372110" y="55880"/>
                    <a:pt x="426720" y="82550"/>
                    <a:pt x="478790" y="107950"/>
                  </a:cubicBezTo>
                  <a:cubicBezTo>
                    <a:pt x="529590" y="133350"/>
                    <a:pt x="582930" y="161290"/>
                    <a:pt x="623570" y="189230"/>
                  </a:cubicBezTo>
                  <a:cubicBezTo>
                    <a:pt x="655320" y="212090"/>
                    <a:pt x="678180" y="243840"/>
                    <a:pt x="706120" y="261620"/>
                  </a:cubicBezTo>
                  <a:cubicBezTo>
                    <a:pt x="728980" y="275590"/>
                    <a:pt x="753110" y="278130"/>
                    <a:pt x="775970" y="292100"/>
                  </a:cubicBezTo>
                  <a:cubicBezTo>
                    <a:pt x="803910" y="308610"/>
                    <a:pt x="825500" y="334010"/>
                    <a:pt x="861060" y="356870"/>
                  </a:cubicBezTo>
                  <a:cubicBezTo>
                    <a:pt x="910590" y="388620"/>
                    <a:pt x="969010" y="421640"/>
                    <a:pt x="1050290" y="458470"/>
                  </a:cubicBezTo>
                  <a:cubicBezTo>
                    <a:pt x="1189990" y="520700"/>
                    <a:pt x="1443990" y="609600"/>
                    <a:pt x="1629410" y="671830"/>
                  </a:cubicBezTo>
                  <a:cubicBezTo>
                    <a:pt x="1800860" y="728980"/>
                    <a:pt x="2026920" y="803910"/>
                    <a:pt x="2123440" y="822960"/>
                  </a:cubicBezTo>
                  <a:cubicBezTo>
                    <a:pt x="2164080" y="830580"/>
                    <a:pt x="2169160" y="824230"/>
                    <a:pt x="2208530" y="830580"/>
                  </a:cubicBezTo>
                  <a:cubicBezTo>
                    <a:pt x="2307590" y="847090"/>
                    <a:pt x="2565400" y="928370"/>
                    <a:pt x="2715260" y="957580"/>
                  </a:cubicBezTo>
                  <a:cubicBezTo>
                    <a:pt x="2832100" y="980440"/>
                    <a:pt x="2946400" y="986790"/>
                    <a:pt x="3028950" y="1003300"/>
                  </a:cubicBezTo>
                  <a:cubicBezTo>
                    <a:pt x="3084830" y="1014730"/>
                    <a:pt x="3115310" y="1029970"/>
                    <a:pt x="3167380" y="1038860"/>
                  </a:cubicBezTo>
                  <a:cubicBezTo>
                    <a:pt x="3232150" y="1047750"/>
                    <a:pt x="3296920" y="1040130"/>
                    <a:pt x="3389630" y="1049020"/>
                  </a:cubicBezTo>
                  <a:cubicBezTo>
                    <a:pt x="3543300" y="1061720"/>
                    <a:pt x="3818890" y="1113790"/>
                    <a:pt x="4003040" y="1127760"/>
                  </a:cubicBezTo>
                  <a:cubicBezTo>
                    <a:pt x="4151630" y="1139190"/>
                    <a:pt x="4293870" y="1141730"/>
                    <a:pt x="4408170" y="1137920"/>
                  </a:cubicBezTo>
                  <a:cubicBezTo>
                    <a:pt x="4491990" y="1135380"/>
                    <a:pt x="4558030" y="1127760"/>
                    <a:pt x="4625340" y="1118870"/>
                  </a:cubicBezTo>
                  <a:cubicBezTo>
                    <a:pt x="4682490" y="1111250"/>
                    <a:pt x="4726940" y="1097280"/>
                    <a:pt x="4785360" y="1089660"/>
                  </a:cubicBezTo>
                  <a:cubicBezTo>
                    <a:pt x="4851400" y="1083310"/>
                    <a:pt x="4922520" y="1088390"/>
                    <a:pt x="4999990" y="1079500"/>
                  </a:cubicBezTo>
                  <a:cubicBezTo>
                    <a:pt x="5093970" y="1070610"/>
                    <a:pt x="5218430" y="1042670"/>
                    <a:pt x="5308600" y="1032510"/>
                  </a:cubicBezTo>
                  <a:cubicBezTo>
                    <a:pt x="5379720" y="1023620"/>
                    <a:pt x="5422900" y="1027430"/>
                    <a:pt x="5497830" y="1018540"/>
                  </a:cubicBezTo>
                  <a:cubicBezTo>
                    <a:pt x="5612130" y="1004570"/>
                    <a:pt x="5811520" y="958850"/>
                    <a:pt x="5920740" y="944880"/>
                  </a:cubicBezTo>
                  <a:cubicBezTo>
                    <a:pt x="5990590" y="935990"/>
                    <a:pt x="6024880" y="942340"/>
                    <a:pt x="6093460" y="930910"/>
                  </a:cubicBezTo>
                  <a:cubicBezTo>
                    <a:pt x="6196330" y="913130"/>
                    <a:pt x="6363970" y="866140"/>
                    <a:pt x="6473190" y="830580"/>
                  </a:cubicBezTo>
                  <a:cubicBezTo>
                    <a:pt x="6558280" y="801370"/>
                    <a:pt x="6605270" y="773430"/>
                    <a:pt x="6697980" y="740410"/>
                  </a:cubicBezTo>
                  <a:cubicBezTo>
                    <a:pt x="6837680" y="689610"/>
                    <a:pt x="7230110" y="591820"/>
                    <a:pt x="7239000" y="565150"/>
                  </a:cubicBezTo>
                  <a:cubicBezTo>
                    <a:pt x="7240270" y="561340"/>
                    <a:pt x="7231380" y="558800"/>
                    <a:pt x="7232650" y="556260"/>
                  </a:cubicBezTo>
                  <a:cubicBezTo>
                    <a:pt x="7232650" y="551180"/>
                    <a:pt x="7244080" y="544830"/>
                    <a:pt x="7254240" y="541020"/>
                  </a:cubicBezTo>
                  <a:cubicBezTo>
                    <a:pt x="7266940" y="535940"/>
                    <a:pt x="7289800" y="529590"/>
                    <a:pt x="7306310" y="534670"/>
                  </a:cubicBezTo>
                  <a:cubicBezTo>
                    <a:pt x="7326630" y="539750"/>
                    <a:pt x="7355840" y="563880"/>
                    <a:pt x="7366000" y="582930"/>
                  </a:cubicBezTo>
                  <a:cubicBezTo>
                    <a:pt x="7373620" y="599440"/>
                    <a:pt x="7373620" y="619760"/>
                    <a:pt x="7369810" y="636270"/>
                  </a:cubicBezTo>
                  <a:cubicBezTo>
                    <a:pt x="7366000" y="651510"/>
                    <a:pt x="7355840" y="670560"/>
                    <a:pt x="7340600" y="679450"/>
                  </a:cubicBezTo>
                  <a:cubicBezTo>
                    <a:pt x="7322820" y="690880"/>
                    <a:pt x="7285990" y="699770"/>
                    <a:pt x="7264400" y="693420"/>
                  </a:cubicBezTo>
                  <a:cubicBezTo>
                    <a:pt x="7242810" y="687070"/>
                    <a:pt x="7217410" y="660400"/>
                    <a:pt x="7211060" y="638810"/>
                  </a:cubicBezTo>
                  <a:cubicBezTo>
                    <a:pt x="7204710" y="615950"/>
                    <a:pt x="7212330" y="580390"/>
                    <a:pt x="7226300" y="562610"/>
                  </a:cubicBezTo>
                  <a:cubicBezTo>
                    <a:pt x="7240270" y="544830"/>
                    <a:pt x="7274560" y="530860"/>
                    <a:pt x="7297420" y="533400"/>
                  </a:cubicBezTo>
                  <a:cubicBezTo>
                    <a:pt x="7320280" y="534670"/>
                    <a:pt x="7350760" y="554990"/>
                    <a:pt x="7362190" y="575310"/>
                  </a:cubicBezTo>
                  <a:cubicBezTo>
                    <a:pt x="7372350" y="595630"/>
                    <a:pt x="7376160" y="628650"/>
                    <a:pt x="7363460" y="652780"/>
                  </a:cubicBezTo>
                  <a:cubicBezTo>
                    <a:pt x="7344410" y="688340"/>
                    <a:pt x="7289800" y="712470"/>
                    <a:pt x="7219950" y="745490"/>
                  </a:cubicBezTo>
                  <a:cubicBezTo>
                    <a:pt x="7066280" y="817880"/>
                    <a:pt x="6625590" y="932180"/>
                    <a:pt x="6440170" y="984250"/>
                  </a:cubicBezTo>
                  <a:cubicBezTo>
                    <a:pt x="6337300" y="1013460"/>
                    <a:pt x="6299200" y="1026160"/>
                    <a:pt x="6201410" y="1047750"/>
                  </a:cubicBezTo>
                  <a:cubicBezTo>
                    <a:pt x="6046470" y="1080770"/>
                    <a:pt x="5836920" y="1112520"/>
                    <a:pt x="5601970" y="1146810"/>
                  </a:cubicBezTo>
                  <a:cubicBezTo>
                    <a:pt x="5273040" y="1195070"/>
                    <a:pt x="4690110" y="1278890"/>
                    <a:pt x="4408170" y="1294130"/>
                  </a:cubicBezTo>
                  <a:cubicBezTo>
                    <a:pt x="4255770" y="1301750"/>
                    <a:pt x="4197350" y="1296670"/>
                    <a:pt x="4053840" y="1289050"/>
                  </a:cubicBezTo>
                  <a:cubicBezTo>
                    <a:pt x="3830320" y="1276350"/>
                    <a:pt x="3439160" y="1235710"/>
                    <a:pt x="3197860" y="1205230"/>
                  </a:cubicBezTo>
                  <a:cubicBezTo>
                    <a:pt x="3021330" y="1182370"/>
                    <a:pt x="2898140" y="1167130"/>
                    <a:pt x="2740660" y="1134110"/>
                  </a:cubicBezTo>
                  <a:cubicBezTo>
                    <a:pt x="2566670" y="1098550"/>
                    <a:pt x="2315210" y="1017270"/>
                    <a:pt x="2197100" y="994410"/>
                  </a:cubicBezTo>
                  <a:cubicBezTo>
                    <a:pt x="2141220" y="984250"/>
                    <a:pt x="2129790" y="991870"/>
                    <a:pt x="2070100" y="979170"/>
                  </a:cubicBezTo>
                  <a:cubicBezTo>
                    <a:pt x="1915160" y="944880"/>
                    <a:pt x="1460500" y="796290"/>
                    <a:pt x="1250950" y="720090"/>
                  </a:cubicBezTo>
                  <a:cubicBezTo>
                    <a:pt x="1118870" y="673100"/>
                    <a:pt x="1022350" y="633730"/>
                    <a:pt x="930910" y="589280"/>
                  </a:cubicBezTo>
                  <a:cubicBezTo>
                    <a:pt x="859790" y="553720"/>
                    <a:pt x="811530" y="524510"/>
                    <a:pt x="746760" y="483870"/>
                  </a:cubicBezTo>
                  <a:cubicBezTo>
                    <a:pt x="671830" y="434340"/>
                    <a:pt x="585470" y="361950"/>
                    <a:pt x="508000" y="312420"/>
                  </a:cubicBezTo>
                  <a:cubicBezTo>
                    <a:pt x="440690" y="269240"/>
                    <a:pt x="360680" y="222250"/>
                    <a:pt x="308610" y="199390"/>
                  </a:cubicBezTo>
                  <a:cubicBezTo>
                    <a:pt x="278130" y="186690"/>
                    <a:pt x="262890" y="181610"/>
                    <a:pt x="231140" y="175260"/>
                  </a:cubicBezTo>
                  <a:cubicBezTo>
                    <a:pt x="181610" y="163830"/>
                    <a:pt x="78740" y="167640"/>
                    <a:pt x="40640" y="147320"/>
                  </a:cubicBezTo>
                  <a:cubicBezTo>
                    <a:pt x="21590" y="137160"/>
                    <a:pt x="10160" y="121920"/>
                    <a:pt x="3810" y="106680"/>
                  </a:cubicBezTo>
                  <a:cubicBezTo>
                    <a:pt x="-1270" y="90170"/>
                    <a:pt x="-1270" y="66040"/>
                    <a:pt x="3810" y="50800"/>
                  </a:cubicBezTo>
                  <a:cubicBezTo>
                    <a:pt x="10160" y="34290"/>
                    <a:pt x="27940" y="16510"/>
                    <a:pt x="40640" y="8890"/>
                  </a:cubicBezTo>
                  <a:cubicBezTo>
                    <a:pt x="52070" y="2540"/>
                    <a:pt x="77470" y="0"/>
                    <a:pt x="77470" y="0"/>
                  </a:cubicBezTo>
                </a:path>
              </a:pathLst>
            </a:custGeom>
            <a:solidFill>
              <a:srgbClr val="E7191F"/>
            </a:solidFill>
            <a:ln cap="sq">
              <a:noFill/>
              <a:prstDash val="solid"/>
              <a:miter/>
            </a:ln>
          </p:spPr>
          <p:txBody>
            <a:bodyPr/>
            <a:lstStyle/>
            <a:p>
              <a:endParaRPr lang="en-GB"/>
            </a:p>
          </p:txBody>
        </p:sp>
      </p:grpSp>
      <p:grpSp>
        <p:nvGrpSpPr>
          <p:cNvPr id="7" name="Group 7"/>
          <p:cNvGrpSpPr/>
          <p:nvPr/>
        </p:nvGrpSpPr>
        <p:grpSpPr>
          <a:xfrm>
            <a:off x="7215188" y="6058853"/>
            <a:ext cx="1746885" cy="1031557"/>
            <a:chOff x="0" y="0"/>
            <a:chExt cx="2329180" cy="1375410"/>
          </a:xfrm>
        </p:grpSpPr>
        <p:sp>
          <p:nvSpPr>
            <p:cNvPr id="8" name="Freeform 8"/>
            <p:cNvSpPr/>
            <p:nvPr/>
          </p:nvSpPr>
          <p:spPr>
            <a:xfrm>
              <a:off x="49050" y="50800"/>
              <a:ext cx="2228813" cy="1273861"/>
            </a:xfrm>
            <a:custGeom>
              <a:avLst/>
              <a:gdLst/>
              <a:ahLst/>
              <a:cxnLst/>
              <a:rect l="l" t="t" r="r" b="b"/>
              <a:pathLst>
                <a:path w="2228813" h="1273861">
                  <a:moveTo>
                    <a:pt x="85570" y="0"/>
                  </a:moveTo>
                  <a:cubicBezTo>
                    <a:pt x="1739110" y="139700"/>
                    <a:pt x="2050260" y="102870"/>
                    <a:pt x="2153130" y="129540"/>
                  </a:cubicBezTo>
                  <a:cubicBezTo>
                    <a:pt x="2187420" y="137160"/>
                    <a:pt x="2203930" y="146050"/>
                    <a:pt x="2215360" y="161290"/>
                  </a:cubicBezTo>
                  <a:cubicBezTo>
                    <a:pt x="2226790" y="175260"/>
                    <a:pt x="2230600" y="196850"/>
                    <a:pt x="2228060" y="213360"/>
                  </a:cubicBezTo>
                  <a:cubicBezTo>
                    <a:pt x="2226790" y="229870"/>
                    <a:pt x="2216630" y="250190"/>
                    <a:pt x="2203930" y="260350"/>
                  </a:cubicBezTo>
                  <a:cubicBezTo>
                    <a:pt x="2191230" y="271780"/>
                    <a:pt x="2172180" y="266700"/>
                    <a:pt x="2153130" y="279400"/>
                  </a:cubicBezTo>
                  <a:cubicBezTo>
                    <a:pt x="2115030" y="306070"/>
                    <a:pt x="2065500" y="386080"/>
                    <a:pt x="2005810" y="447040"/>
                  </a:cubicBezTo>
                  <a:cubicBezTo>
                    <a:pt x="1925800" y="528320"/>
                    <a:pt x="1793720" y="646430"/>
                    <a:pt x="1708630" y="720090"/>
                  </a:cubicBezTo>
                  <a:cubicBezTo>
                    <a:pt x="1645130" y="773430"/>
                    <a:pt x="1586710" y="824230"/>
                    <a:pt x="1540990" y="854710"/>
                  </a:cubicBezTo>
                  <a:cubicBezTo>
                    <a:pt x="1511780" y="872490"/>
                    <a:pt x="1499080" y="872490"/>
                    <a:pt x="1466060" y="892810"/>
                  </a:cubicBezTo>
                  <a:cubicBezTo>
                    <a:pt x="1392400" y="939800"/>
                    <a:pt x="1219680" y="1084580"/>
                    <a:pt x="1116810" y="1151890"/>
                  </a:cubicBezTo>
                  <a:cubicBezTo>
                    <a:pt x="1040610" y="1201420"/>
                    <a:pt x="949170" y="1257300"/>
                    <a:pt x="912340" y="1270000"/>
                  </a:cubicBezTo>
                  <a:cubicBezTo>
                    <a:pt x="899640" y="1273810"/>
                    <a:pt x="895830" y="1275080"/>
                    <a:pt x="885670" y="1272540"/>
                  </a:cubicBezTo>
                  <a:cubicBezTo>
                    <a:pt x="869160" y="1268730"/>
                    <a:pt x="833600" y="1249680"/>
                    <a:pt x="822170" y="1233170"/>
                  </a:cubicBezTo>
                  <a:cubicBezTo>
                    <a:pt x="812010" y="1217930"/>
                    <a:pt x="809470" y="1198880"/>
                    <a:pt x="812010" y="1182370"/>
                  </a:cubicBezTo>
                  <a:cubicBezTo>
                    <a:pt x="813280" y="1165860"/>
                    <a:pt x="820900" y="1146810"/>
                    <a:pt x="833600" y="1135380"/>
                  </a:cubicBezTo>
                  <a:cubicBezTo>
                    <a:pt x="848840" y="1122680"/>
                    <a:pt x="884400" y="1109980"/>
                    <a:pt x="904720" y="1112520"/>
                  </a:cubicBezTo>
                  <a:cubicBezTo>
                    <a:pt x="922500" y="1113790"/>
                    <a:pt x="939010" y="1125220"/>
                    <a:pt x="950440" y="1136650"/>
                  </a:cubicBezTo>
                  <a:cubicBezTo>
                    <a:pt x="961870" y="1149350"/>
                    <a:pt x="970760" y="1167130"/>
                    <a:pt x="972030" y="1183640"/>
                  </a:cubicBezTo>
                  <a:cubicBezTo>
                    <a:pt x="972030" y="1205230"/>
                    <a:pt x="958060" y="1239520"/>
                    <a:pt x="942820" y="1253490"/>
                  </a:cubicBezTo>
                  <a:cubicBezTo>
                    <a:pt x="930120" y="1266190"/>
                    <a:pt x="912340" y="1272540"/>
                    <a:pt x="894560" y="1272540"/>
                  </a:cubicBezTo>
                  <a:cubicBezTo>
                    <a:pt x="874240" y="1271270"/>
                    <a:pt x="839950" y="1256030"/>
                    <a:pt x="827250" y="1239520"/>
                  </a:cubicBezTo>
                  <a:cubicBezTo>
                    <a:pt x="815820" y="1226820"/>
                    <a:pt x="809470" y="1207770"/>
                    <a:pt x="810740" y="1191260"/>
                  </a:cubicBezTo>
                  <a:cubicBezTo>
                    <a:pt x="813280" y="1169670"/>
                    <a:pt x="825980" y="1146810"/>
                    <a:pt x="846300" y="1125220"/>
                  </a:cubicBezTo>
                  <a:cubicBezTo>
                    <a:pt x="883130" y="1088390"/>
                    <a:pt x="959330" y="1065530"/>
                    <a:pt x="1034260" y="1018540"/>
                  </a:cubicBezTo>
                  <a:cubicBezTo>
                    <a:pt x="1156180" y="941070"/>
                    <a:pt x="1347950" y="812800"/>
                    <a:pt x="1504160" y="689610"/>
                  </a:cubicBezTo>
                  <a:cubicBezTo>
                    <a:pt x="1670530" y="557530"/>
                    <a:pt x="1913100" y="332740"/>
                    <a:pt x="1999460" y="245110"/>
                  </a:cubicBezTo>
                  <a:cubicBezTo>
                    <a:pt x="2033750" y="210820"/>
                    <a:pt x="2038830" y="190500"/>
                    <a:pt x="2064230" y="170180"/>
                  </a:cubicBezTo>
                  <a:cubicBezTo>
                    <a:pt x="2089630" y="151130"/>
                    <a:pt x="2126460" y="128270"/>
                    <a:pt x="2153130" y="129540"/>
                  </a:cubicBezTo>
                  <a:cubicBezTo>
                    <a:pt x="2175990" y="129540"/>
                    <a:pt x="2203930" y="148590"/>
                    <a:pt x="2215360" y="161290"/>
                  </a:cubicBezTo>
                  <a:cubicBezTo>
                    <a:pt x="2224250" y="171450"/>
                    <a:pt x="2228060" y="182880"/>
                    <a:pt x="2228060" y="195580"/>
                  </a:cubicBezTo>
                  <a:cubicBezTo>
                    <a:pt x="2229330" y="210820"/>
                    <a:pt x="2226790" y="233680"/>
                    <a:pt x="2215360" y="247650"/>
                  </a:cubicBezTo>
                  <a:cubicBezTo>
                    <a:pt x="2203930" y="262890"/>
                    <a:pt x="2187420" y="271780"/>
                    <a:pt x="2153130" y="279400"/>
                  </a:cubicBezTo>
                  <a:cubicBezTo>
                    <a:pt x="2048990" y="304800"/>
                    <a:pt x="1656560" y="283210"/>
                    <a:pt x="1462250" y="273050"/>
                  </a:cubicBezTo>
                  <a:cubicBezTo>
                    <a:pt x="1321280" y="264160"/>
                    <a:pt x="1210790" y="242570"/>
                    <a:pt x="1096490" y="234950"/>
                  </a:cubicBezTo>
                  <a:cubicBezTo>
                    <a:pt x="993620" y="228600"/>
                    <a:pt x="926310" y="234950"/>
                    <a:pt x="806930" y="226060"/>
                  </a:cubicBezTo>
                  <a:cubicBezTo>
                    <a:pt x="613890" y="213360"/>
                    <a:pt x="141450" y="187960"/>
                    <a:pt x="48740" y="147320"/>
                  </a:cubicBezTo>
                  <a:cubicBezTo>
                    <a:pt x="23340" y="135890"/>
                    <a:pt x="15720" y="125730"/>
                    <a:pt x="8100" y="110490"/>
                  </a:cubicBezTo>
                  <a:cubicBezTo>
                    <a:pt x="480" y="96520"/>
                    <a:pt x="-2060" y="73660"/>
                    <a:pt x="1750" y="57150"/>
                  </a:cubicBezTo>
                  <a:cubicBezTo>
                    <a:pt x="5560" y="40640"/>
                    <a:pt x="18260" y="21590"/>
                    <a:pt x="32230" y="12700"/>
                  </a:cubicBezTo>
                  <a:cubicBezTo>
                    <a:pt x="46200" y="2540"/>
                    <a:pt x="85570" y="0"/>
                    <a:pt x="85570" y="0"/>
                  </a:cubicBezTo>
                </a:path>
              </a:pathLst>
            </a:custGeom>
            <a:solidFill>
              <a:srgbClr val="E7191F"/>
            </a:solidFill>
            <a:ln cap="sq">
              <a:noFill/>
              <a:prstDash val="solid"/>
              <a:miter/>
            </a:ln>
          </p:spPr>
          <p:txBody>
            <a:bodyPr/>
            <a:lstStyle/>
            <a:p>
              <a:endParaRPr lang="en-GB"/>
            </a:p>
          </p:txBody>
        </p:sp>
      </p:grpSp>
      <p:sp>
        <p:nvSpPr>
          <p:cNvPr id="9" name="TextBox 9"/>
          <p:cNvSpPr txBox="1"/>
          <p:nvPr/>
        </p:nvSpPr>
        <p:spPr>
          <a:xfrm>
            <a:off x="846516" y="1671098"/>
            <a:ext cx="5782884" cy="1592595"/>
          </a:xfrm>
          <a:prstGeom prst="rect">
            <a:avLst/>
          </a:prstGeom>
        </p:spPr>
        <p:txBody>
          <a:bodyPr wrap="square" lIns="0" tIns="0" rIns="0" bIns="0" rtlCol="0" anchor="t">
            <a:spAutoFit/>
          </a:bodyPr>
          <a:lstStyle/>
          <a:p>
            <a:pPr algn="ctr">
              <a:lnSpc>
                <a:spcPts val="13019"/>
              </a:lnSpc>
              <a:spcBef>
                <a:spcPct val="0"/>
              </a:spcBef>
            </a:pPr>
            <a:r>
              <a:rPr lang="en-US" sz="9299" b="1" dirty="0">
                <a:solidFill>
                  <a:srgbClr val="000000"/>
                </a:solidFill>
                <a:latin typeface="Canva Sans Bold"/>
                <a:ea typeface="Canva Sans Bold"/>
                <a:cs typeface="Canva Sans Bold"/>
                <a:sym typeface="Canva Sans Bold"/>
              </a:rPr>
              <a:t>Inside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Freeform 3"/>
          <p:cNvSpPr/>
          <p:nvPr/>
        </p:nvSpPr>
        <p:spPr>
          <a:xfrm>
            <a:off x="10334566" y="1028700"/>
            <a:ext cx="3804950" cy="3776033"/>
          </a:xfrm>
          <a:custGeom>
            <a:avLst/>
            <a:gdLst/>
            <a:ahLst/>
            <a:cxnLst/>
            <a:rect l="l" t="t" r="r" b="b"/>
            <a:pathLst>
              <a:path w="3804950" h="3776033">
                <a:moveTo>
                  <a:pt x="0" y="0"/>
                </a:moveTo>
                <a:lnTo>
                  <a:pt x="3804950" y="0"/>
                </a:lnTo>
                <a:lnTo>
                  <a:pt x="3804950" y="3776033"/>
                </a:lnTo>
                <a:lnTo>
                  <a:pt x="0" y="3776033"/>
                </a:lnTo>
                <a:lnTo>
                  <a:pt x="0" y="0"/>
                </a:lnTo>
                <a:close/>
              </a:path>
            </a:pathLst>
          </a:custGeom>
          <a:blipFill>
            <a:blip r:embed="rId3"/>
            <a:stretch>
              <a:fillRect r="-2039"/>
            </a:stretch>
          </a:blipFill>
        </p:spPr>
        <p:txBody>
          <a:bodyPr/>
          <a:lstStyle/>
          <a:p>
            <a:endParaRPr lang="en-GB"/>
          </a:p>
        </p:txBody>
      </p:sp>
      <p:sp>
        <p:nvSpPr>
          <p:cNvPr id="4" name="Freeform 4"/>
          <p:cNvSpPr/>
          <p:nvPr/>
        </p:nvSpPr>
        <p:spPr>
          <a:xfrm>
            <a:off x="10334566" y="6424831"/>
            <a:ext cx="5031516" cy="2833469"/>
          </a:xfrm>
          <a:custGeom>
            <a:avLst/>
            <a:gdLst/>
            <a:ahLst/>
            <a:cxnLst/>
            <a:rect l="l" t="t" r="r" b="b"/>
            <a:pathLst>
              <a:path w="5031516" h="2833469">
                <a:moveTo>
                  <a:pt x="0" y="0"/>
                </a:moveTo>
                <a:lnTo>
                  <a:pt x="5031516" y="0"/>
                </a:lnTo>
                <a:lnTo>
                  <a:pt x="5031516" y="2833469"/>
                </a:lnTo>
                <a:lnTo>
                  <a:pt x="0" y="2833469"/>
                </a:lnTo>
                <a:lnTo>
                  <a:pt x="0" y="0"/>
                </a:lnTo>
                <a:close/>
              </a:path>
            </a:pathLst>
          </a:custGeom>
          <a:blipFill>
            <a:blip r:embed="rId4"/>
            <a:stretch>
              <a:fillRect/>
            </a:stretch>
          </a:blipFill>
        </p:spPr>
        <p:txBody>
          <a:bodyPr/>
          <a:lstStyle/>
          <a:p>
            <a:endParaRPr lang="en-GB"/>
          </a:p>
        </p:txBody>
      </p:sp>
      <p:sp>
        <p:nvSpPr>
          <p:cNvPr id="5" name="TextBox 5"/>
          <p:cNvSpPr txBox="1"/>
          <p:nvPr/>
        </p:nvSpPr>
        <p:spPr>
          <a:xfrm>
            <a:off x="1028700" y="606392"/>
            <a:ext cx="7260741" cy="8998016"/>
          </a:xfrm>
          <a:prstGeom prst="rect">
            <a:avLst/>
          </a:prstGeom>
        </p:spPr>
        <p:txBody>
          <a:bodyPr lIns="0" tIns="0" rIns="0" bIns="0" rtlCol="0" anchor="t">
            <a:spAutoFit/>
          </a:bodyPr>
          <a:lstStyle/>
          <a:p>
            <a:pPr algn="ctr">
              <a:lnSpc>
                <a:spcPts val="5946"/>
              </a:lnSpc>
              <a:spcBef>
                <a:spcPct val="0"/>
              </a:spcBef>
            </a:pPr>
            <a:r>
              <a:rPr lang="en-US" sz="4247" b="1">
                <a:solidFill>
                  <a:srgbClr val="000000"/>
                </a:solidFill>
                <a:latin typeface="Canva Sans Bold"/>
                <a:ea typeface="Canva Sans Bold"/>
                <a:cs typeface="Canva Sans Bold"/>
                <a:sym typeface="Canva Sans Bold"/>
              </a:rPr>
              <a:t>Replacement algorithms like FIFO take place in both the cache and RAM. When either of them becomes full and a new block or page is needed, the operating system or cache controller uses the replacement algorithm to decide which existing entry should be removed and replaced.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85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TextBox 3"/>
          <p:cNvSpPr txBox="1"/>
          <p:nvPr/>
        </p:nvSpPr>
        <p:spPr>
          <a:xfrm>
            <a:off x="5128096" y="3576956"/>
            <a:ext cx="8031807" cy="1566544"/>
          </a:xfrm>
          <a:prstGeom prst="rect">
            <a:avLst/>
          </a:prstGeom>
        </p:spPr>
        <p:txBody>
          <a:bodyPr lIns="0" tIns="0" rIns="0" bIns="0" rtlCol="0" anchor="t">
            <a:spAutoFit/>
          </a:bodyPr>
          <a:lstStyle/>
          <a:p>
            <a:pPr algn="ctr">
              <a:lnSpc>
                <a:spcPts val="12880"/>
              </a:lnSpc>
              <a:spcBef>
                <a:spcPct val="0"/>
              </a:spcBef>
            </a:pPr>
            <a:r>
              <a:rPr lang="en-US" sz="9200" b="1" dirty="0">
                <a:solidFill>
                  <a:srgbClr val="000000"/>
                </a:solidFill>
                <a:latin typeface="Canva Sans Bold"/>
                <a:ea typeface="Canva Sans Bold"/>
                <a:cs typeface="Canva Sans Bold"/>
                <a:sym typeface="Canva Sans Bold"/>
              </a:rPr>
              <a:t>How it Works?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TextBox 3"/>
          <p:cNvSpPr txBox="1"/>
          <p:nvPr/>
        </p:nvSpPr>
        <p:spPr>
          <a:xfrm>
            <a:off x="327354" y="952500"/>
            <a:ext cx="16931946" cy="9185293"/>
          </a:xfrm>
          <a:prstGeom prst="rect">
            <a:avLst/>
          </a:prstGeom>
        </p:spPr>
        <p:txBody>
          <a:bodyPr lIns="0" tIns="0" rIns="0" bIns="0" rtlCol="0" anchor="t">
            <a:spAutoFit/>
          </a:bodyPr>
          <a:lstStyle/>
          <a:p>
            <a:pPr marL="657234" lvl="1" indent="-328617" algn="l">
              <a:lnSpc>
                <a:spcPts val="4261"/>
              </a:lnSpc>
              <a:buFont typeface="Arial"/>
              <a:buChar char="•"/>
            </a:pPr>
            <a:r>
              <a:rPr lang="en-US" sz="3044" b="1">
                <a:solidFill>
                  <a:srgbClr val="000000"/>
                </a:solidFill>
                <a:latin typeface="Arimo Bold"/>
                <a:ea typeface="Arimo Bold"/>
                <a:cs typeface="Arimo Bold"/>
                <a:sym typeface="Arimo Bold"/>
              </a:rPr>
              <a:t>Cache/RAM Capacity:</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The cache or RAM can only hold a limited number of blocks at once.</a:t>
            </a:r>
          </a:p>
          <a:p>
            <a:pPr marL="657234" lvl="1" indent="-328617" algn="l">
              <a:lnSpc>
                <a:spcPts val="4261"/>
              </a:lnSpc>
              <a:buFont typeface="Arial"/>
              <a:buChar char="•"/>
            </a:pPr>
            <a:r>
              <a:rPr lang="en-US" sz="3044" b="1">
                <a:solidFill>
                  <a:srgbClr val="000000"/>
                </a:solidFill>
                <a:latin typeface="Arimo Bold"/>
                <a:ea typeface="Arimo Bold"/>
                <a:cs typeface="Arimo Bold"/>
                <a:sym typeface="Arimo Bold"/>
              </a:rPr>
              <a:t>Block Request Process:</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When a block is requested, the system checks if it's already in the cache. If it is, a "HIT" occurs, allowing immediate data access.</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If the block is not in the cache, a "MISS" occurs, indicating the need to retrieve the data from a slower storage.</a:t>
            </a:r>
          </a:p>
          <a:p>
            <a:pPr marL="657234" lvl="1" indent="-328617" algn="l">
              <a:lnSpc>
                <a:spcPts val="4261"/>
              </a:lnSpc>
              <a:buFont typeface="Arial"/>
              <a:buChar char="•"/>
            </a:pPr>
            <a:r>
              <a:rPr lang="en-US" sz="3044" b="1">
                <a:solidFill>
                  <a:srgbClr val="000000"/>
                </a:solidFill>
                <a:latin typeface="Arimo Bold"/>
                <a:ea typeface="Arimo Bold"/>
                <a:cs typeface="Arimo Bold"/>
                <a:sym typeface="Arimo Bold"/>
              </a:rPr>
              <a:t>Handling Available Space:</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If there is an empty frame, the new block is simply placed there.</a:t>
            </a:r>
          </a:p>
          <a:p>
            <a:pPr marL="657234" lvl="1" indent="-328617" algn="l">
              <a:lnSpc>
                <a:spcPts val="4261"/>
              </a:lnSpc>
              <a:buFont typeface="Arial"/>
              <a:buChar char="•"/>
            </a:pPr>
            <a:r>
              <a:rPr lang="en-US" sz="3044" b="1">
                <a:solidFill>
                  <a:srgbClr val="000000"/>
                </a:solidFill>
                <a:latin typeface="Arimo Bold"/>
                <a:ea typeface="Arimo Bold"/>
                <a:cs typeface="Arimo Bold"/>
                <a:sym typeface="Arimo Bold"/>
              </a:rPr>
              <a:t>When Cache is Full:</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The FIFO (First-In-First-Out) algorithm manages the situation by selecting the block that has been in the cache the longest. This is the block that will be replaced.</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The oldest block is removed, making space for the new block to be inserted.</a:t>
            </a:r>
          </a:p>
          <a:p>
            <a:pPr marL="657234" lvl="1" indent="-328617" algn="l">
              <a:lnSpc>
                <a:spcPts val="4261"/>
              </a:lnSpc>
              <a:buFont typeface="Arial"/>
              <a:buChar char="•"/>
            </a:pPr>
            <a:r>
              <a:rPr lang="en-US" sz="3044" b="1">
                <a:solidFill>
                  <a:srgbClr val="000000"/>
                </a:solidFill>
                <a:latin typeface="Arimo Bold"/>
                <a:ea typeface="Arimo Bold"/>
                <a:cs typeface="Arimo Bold"/>
                <a:sym typeface="Arimo Bold"/>
              </a:rPr>
              <a:t>Order Tracking:</a:t>
            </a:r>
          </a:p>
          <a:p>
            <a:pPr marL="1314468" lvl="2" indent="-438156" algn="l">
              <a:lnSpc>
                <a:spcPts val="4261"/>
              </a:lnSpc>
              <a:buFont typeface="Arial"/>
              <a:buChar char="⚬"/>
            </a:pPr>
            <a:r>
              <a:rPr lang="en-US" sz="3044" b="1">
                <a:solidFill>
                  <a:srgbClr val="000000"/>
                </a:solidFill>
                <a:latin typeface="Arimo Bold"/>
                <a:ea typeface="Arimo Bold"/>
                <a:cs typeface="Arimo Bold"/>
                <a:sym typeface="Arimo Bold"/>
              </a:rPr>
              <a:t>To maintain the correct sequence and ensure the oldest block is always replaced, a rotating pointer is employed. This pointer keeps track of the order in which blocks are added.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D8B5"/>
        </a:solidFill>
        <a:effectLst/>
      </p:bgPr>
    </p:bg>
    <p:spTree>
      <p:nvGrpSpPr>
        <p:cNvPr id="1" name=""/>
        <p:cNvGrpSpPr/>
        <p:nvPr/>
      </p:nvGrpSpPr>
      <p:grpSpPr>
        <a:xfrm>
          <a:off x="0" y="0"/>
          <a:ext cx="0" cy="0"/>
          <a:chOff x="0" y="0"/>
          <a:chExt cx="0" cy="0"/>
        </a:xfrm>
      </p:grpSpPr>
      <p:grpSp>
        <p:nvGrpSpPr>
          <p:cNvPr id="2" name="Group 2"/>
          <p:cNvGrpSpPr/>
          <p:nvPr/>
        </p:nvGrpSpPr>
        <p:grpSpPr>
          <a:xfrm>
            <a:off x="7600950" y="1970415"/>
            <a:ext cx="3086100" cy="1090138"/>
            <a:chOff x="0" y="0"/>
            <a:chExt cx="812800" cy="287115"/>
          </a:xfrm>
        </p:grpSpPr>
        <p:sp>
          <p:nvSpPr>
            <p:cNvPr id="3" name="Freeform 3"/>
            <p:cNvSpPr/>
            <p:nvPr/>
          </p:nvSpPr>
          <p:spPr>
            <a:xfrm>
              <a:off x="0" y="0"/>
              <a:ext cx="812800" cy="287115"/>
            </a:xfrm>
            <a:custGeom>
              <a:avLst/>
              <a:gdLst/>
              <a:ahLst/>
              <a:cxnLst/>
              <a:rect l="l" t="t" r="r" b="b"/>
              <a:pathLst>
                <a:path w="812800" h="287115">
                  <a:moveTo>
                    <a:pt x="127941" y="0"/>
                  </a:moveTo>
                  <a:lnTo>
                    <a:pt x="684859" y="0"/>
                  </a:lnTo>
                  <a:cubicBezTo>
                    <a:pt x="718791" y="0"/>
                    <a:pt x="751333" y="13479"/>
                    <a:pt x="775327" y="37473"/>
                  </a:cubicBezTo>
                  <a:cubicBezTo>
                    <a:pt x="799321" y="61467"/>
                    <a:pt x="812800" y="94009"/>
                    <a:pt x="812800" y="127941"/>
                  </a:cubicBezTo>
                  <a:lnTo>
                    <a:pt x="812800" y="159174"/>
                  </a:lnTo>
                  <a:cubicBezTo>
                    <a:pt x="812800" y="193106"/>
                    <a:pt x="799321" y="225648"/>
                    <a:pt x="775327" y="249642"/>
                  </a:cubicBezTo>
                  <a:cubicBezTo>
                    <a:pt x="751333" y="273635"/>
                    <a:pt x="718791" y="287115"/>
                    <a:pt x="684859" y="287115"/>
                  </a:cubicBezTo>
                  <a:lnTo>
                    <a:pt x="127941" y="287115"/>
                  </a:lnTo>
                  <a:cubicBezTo>
                    <a:pt x="94009" y="287115"/>
                    <a:pt x="61467" y="273635"/>
                    <a:pt x="37473" y="249642"/>
                  </a:cubicBezTo>
                  <a:cubicBezTo>
                    <a:pt x="13479" y="225648"/>
                    <a:pt x="0" y="193106"/>
                    <a:pt x="0" y="159174"/>
                  </a:cubicBezTo>
                  <a:lnTo>
                    <a:pt x="0" y="127941"/>
                  </a:lnTo>
                  <a:cubicBezTo>
                    <a:pt x="0" y="94009"/>
                    <a:pt x="13479" y="61467"/>
                    <a:pt x="37473" y="37473"/>
                  </a:cubicBezTo>
                  <a:cubicBezTo>
                    <a:pt x="61467" y="13479"/>
                    <a:pt x="94009" y="0"/>
                    <a:pt x="127941" y="0"/>
                  </a:cubicBezTo>
                  <a:close/>
                </a:path>
              </a:pathLst>
            </a:custGeom>
            <a:solidFill>
              <a:srgbClr val="17766F"/>
            </a:solidFill>
          </p:spPr>
          <p:txBody>
            <a:bodyPr/>
            <a:lstStyle/>
            <a:p>
              <a:endParaRPr lang="en-GB"/>
            </a:p>
          </p:txBody>
        </p:sp>
        <p:sp>
          <p:nvSpPr>
            <p:cNvPr id="4" name="TextBox 4"/>
            <p:cNvSpPr txBox="1"/>
            <p:nvPr/>
          </p:nvSpPr>
          <p:spPr>
            <a:xfrm>
              <a:off x="0" y="-85725"/>
              <a:ext cx="812800" cy="372840"/>
            </a:xfrm>
            <a:prstGeom prst="rect">
              <a:avLst/>
            </a:prstGeom>
          </p:spPr>
          <p:txBody>
            <a:bodyPr lIns="50800" tIns="50800" rIns="50800" bIns="50800" rtlCol="0" anchor="ctr"/>
            <a:lstStyle/>
            <a:p>
              <a:pPr algn="ctr">
                <a:lnSpc>
                  <a:spcPts val="6019"/>
                </a:lnSpc>
                <a:spcBef>
                  <a:spcPct val="0"/>
                </a:spcBef>
              </a:pPr>
              <a:r>
                <a:rPr lang="en-US" sz="4299">
                  <a:solidFill>
                    <a:srgbClr val="FFFFFF"/>
                  </a:solidFill>
                  <a:latin typeface="Canva Sans"/>
                  <a:ea typeface="Canva Sans"/>
                  <a:cs typeface="Canva Sans"/>
                  <a:sym typeface="Canva Sans"/>
                </a:rPr>
                <a:t>start</a:t>
              </a:r>
            </a:p>
          </p:txBody>
        </p:sp>
      </p:grpSp>
      <p:grpSp>
        <p:nvGrpSpPr>
          <p:cNvPr id="5" name="Group 5"/>
          <p:cNvGrpSpPr/>
          <p:nvPr/>
        </p:nvGrpSpPr>
        <p:grpSpPr>
          <a:xfrm>
            <a:off x="6802565" y="3994079"/>
            <a:ext cx="4682869" cy="1149421"/>
            <a:chOff x="0" y="0"/>
            <a:chExt cx="1233348" cy="302728"/>
          </a:xfrm>
        </p:grpSpPr>
        <p:sp>
          <p:nvSpPr>
            <p:cNvPr id="6" name="Freeform 6"/>
            <p:cNvSpPr/>
            <p:nvPr/>
          </p:nvSpPr>
          <p:spPr>
            <a:xfrm>
              <a:off x="0" y="0"/>
              <a:ext cx="1233348" cy="302728"/>
            </a:xfrm>
            <a:custGeom>
              <a:avLst/>
              <a:gdLst/>
              <a:ahLst/>
              <a:cxnLst/>
              <a:rect l="l" t="t" r="r" b="b"/>
              <a:pathLst>
                <a:path w="1233348" h="302728">
                  <a:moveTo>
                    <a:pt x="0" y="0"/>
                  </a:moveTo>
                  <a:lnTo>
                    <a:pt x="1233348" y="0"/>
                  </a:lnTo>
                  <a:lnTo>
                    <a:pt x="1233348" y="302728"/>
                  </a:lnTo>
                  <a:lnTo>
                    <a:pt x="0" y="302728"/>
                  </a:lnTo>
                  <a:close/>
                </a:path>
              </a:pathLst>
            </a:custGeom>
            <a:solidFill>
              <a:srgbClr val="17766F"/>
            </a:solidFill>
          </p:spPr>
          <p:txBody>
            <a:bodyPr/>
            <a:lstStyle/>
            <a:p>
              <a:endParaRPr lang="en-GB"/>
            </a:p>
          </p:txBody>
        </p:sp>
        <p:sp>
          <p:nvSpPr>
            <p:cNvPr id="7" name="TextBox 7"/>
            <p:cNvSpPr txBox="1"/>
            <p:nvPr/>
          </p:nvSpPr>
          <p:spPr>
            <a:xfrm>
              <a:off x="0" y="-66675"/>
              <a:ext cx="1233348" cy="369403"/>
            </a:xfrm>
            <a:prstGeom prst="rect">
              <a:avLst/>
            </a:prstGeom>
          </p:spPr>
          <p:txBody>
            <a:bodyPr lIns="50800" tIns="50800" rIns="50800" bIns="50800" rtlCol="0" anchor="ctr"/>
            <a:lstStyle/>
            <a:p>
              <a:pPr algn="ctr">
                <a:lnSpc>
                  <a:spcPts val="4619"/>
                </a:lnSpc>
                <a:spcBef>
                  <a:spcPct val="0"/>
                </a:spcBef>
              </a:pPr>
              <a:r>
                <a:rPr lang="en-US" sz="3299">
                  <a:solidFill>
                    <a:srgbClr val="FFFFFF"/>
                  </a:solidFill>
                  <a:latin typeface="Canva Sans"/>
                  <a:ea typeface="Canva Sans"/>
                  <a:cs typeface="Canva Sans"/>
                  <a:sym typeface="Canva Sans"/>
                </a:rPr>
                <a:t>Send Block Request</a:t>
              </a:r>
            </a:p>
          </p:txBody>
        </p:sp>
      </p:grpSp>
      <p:grpSp>
        <p:nvGrpSpPr>
          <p:cNvPr id="8" name="Group 8"/>
          <p:cNvGrpSpPr/>
          <p:nvPr/>
        </p:nvGrpSpPr>
        <p:grpSpPr>
          <a:xfrm>
            <a:off x="7600950" y="5723810"/>
            <a:ext cx="3086100" cy="2692573"/>
            <a:chOff x="0" y="0"/>
            <a:chExt cx="812800" cy="709155"/>
          </a:xfrm>
        </p:grpSpPr>
        <p:sp>
          <p:nvSpPr>
            <p:cNvPr id="9" name="Freeform 9"/>
            <p:cNvSpPr/>
            <p:nvPr/>
          </p:nvSpPr>
          <p:spPr>
            <a:xfrm>
              <a:off x="0" y="0"/>
              <a:ext cx="812800" cy="709155"/>
            </a:xfrm>
            <a:custGeom>
              <a:avLst/>
              <a:gdLst/>
              <a:ahLst/>
              <a:cxnLst/>
              <a:rect l="l" t="t" r="r" b="b"/>
              <a:pathLst>
                <a:path w="812800" h="709155">
                  <a:moveTo>
                    <a:pt x="406400" y="0"/>
                  </a:moveTo>
                  <a:lnTo>
                    <a:pt x="812800" y="354578"/>
                  </a:lnTo>
                  <a:lnTo>
                    <a:pt x="406400" y="709155"/>
                  </a:lnTo>
                  <a:lnTo>
                    <a:pt x="0" y="354578"/>
                  </a:lnTo>
                  <a:lnTo>
                    <a:pt x="406400" y="0"/>
                  </a:lnTo>
                  <a:close/>
                </a:path>
              </a:pathLst>
            </a:custGeom>
            <a:solidFill>
              <a:srgbClr val="17766F"/>
            </a:solidFill>
          </p:spPr>
          <p:txBody>
            <a:bodyPr/>
            <a:lstStyle/>
            <a:p>
              <a:endParaRPr lang="en-GB"/>
            </a:p>
          </p:txBody>
        </p:sp>
        <p:sp>
          <p:nvSpPr>
            <p:cNvPr id="10" name="TextBox 10"/>
            <p:cNvSpPr txBox="1"/>
            <p:nvPr/>
          </p:nvSpPr>
          <p:spPr>
            <a:xfrm>
              <a:off x="139700" y="55211"/>
              <a:ext cx="533400" cy="532058"/>
            </a:xfrm>
            <a:prstGeom prst="rect">
              <a:avLst/>
            </a:prstGeom>
          </p:spPr>
          <p:txBody>
            <a:bodyPr lIns="50800" tIns="50800" rIns="50800" bIns="50800" rtlCol="0" anchor="ctr"/>
            <a:lstStyle/>
            <a:p>
              <a:pPr algn="ctr">
                <a:lnSpc>
                  <a:spcPts val="4759"/>
                </a:lnSpc>
                <a:spcBef>
                  <a:spcPct val="0"/>
                </a:spcBef>
              </a:pPr>
              <a:r>
                <a:rPr lang="en-US" sz="3399">
                  <a:solidFill>
                    <a:srgbClr val="FFFFFF"/>
                  </a:solidFill>
                  <a:latin typeface="Canva Sans"/>
                  <a:ea typeface="Canva Sans"/>
                  <a:cs typeface="Canva Sans"/>
                  <a:sym typeface="Canva Sans"/>
                </a:rPr>
                <a:t>Page Found?</a:t>
              </a:r>
            </a:p>
          </p:txBody>
        </p:sp>
      </p:grpSp>
      <p:grpSp>
        <p:nvGrpSpPr>
          <p:cNvPr id="11" name="Group 11"/>
          <p:cNvGrpSpPr/>
          <p:nvPr/>
        </p:nvGrpSpPr>
        <p:grpSpPr>
          <a:xfrm>
            <a:off x="1812661" y="6175735"/>
            <a:ext cx="3086100" cy="1788725"/>
            <a:chOff x="0" y="0"/>
            <a:chExt cx="812800" cy="471104"/>
          </a:xfrm>
        </p:grpSpPr>
        <p:sp>
          <p:nvSpPr>
            <p:cNvPr id="12" name="Freeform 12"/>
            <p:cNvSpPr/>
            <p:nvPr/>
          </p:nvSpPr>
          <p:spPr>
            <a:xfrm>
              <a:off x="0" y="0"/>
              <a:ext cx="812800" cy="471104"/>
            </a:xfrm>
            <a:custGeom>
              <a:avLst/>
              <a:gdLst/>
              <a:ahLst/>
              <a:cxnLst/>
              <a:rect l="l" t="t" r="r" b="b"/>
              <a:pathLst>
                <a:path w="812800" h="471104">
                  <a:moveTo>
                    <a:pt x="0" y="0"/>
                  </a:moveTo>
                  <a:lnTo>
                    <a:pt x="812800" y="0"/>
                  </a:lnTo>
                  <a:lnTo>
                    <a:pt x="812800" y="471104"/>
                  </a:lnTo>
                  <a:lnTo>
                    <a:pt x="0" y="471104"/>
                  </a:lnTo>
                  <a:close/>
                </a:path>
              </a:pathLst>
            </a:custGeom>
            <a:solidFill>
              <a:srgbClr val="17766F"/>
            </a:solidFill>
          </p:spPr>
          <p:txBody>
            <a:bodyPr/>
            <a:lstStyle/>
            <a:p>
              <a:endParaRPr lang="en-GB"/>
            </a:p>
          </p:txBody>
        </p:sp>
        <p:sp>
          <p:nvSpPr>
            <p:cNvPr id="13" name="TextBox 13"/>
            <p:cNvSpPr txBox="1"/>
            <p:nvPr/>
          </p:nvSpPr>
          <p:spPr>
            <a:xfrm>
              <a:off x="0" y="-76200"/>
              <a:ext cx="812800" cy="547304"/>
            </a:xfrm>
            <a:prstGeom prst="rect">
              <a:avLst/>
            </a:prstGeom>
          </p:spPr>
          <p:txBody>
            <a:bodyPr lIns="50800" tIns="50800" rIns="50800" bIns="50800" rtlCol="0" anchor="ctr"/>
            <a:lstStyle/>
            <a:p>
              <a:pPr algn="ctr">
                <a:lnSpc>
                  <a:spcPts val="5459"/>
                </a:lnSpc>
              </a:pPr>
              <a:r>
                <a:rPr lang="en-US" sz="3899">
                  <a:solidFill>
                    <a:srgbClr val="FFFFFF"/>
                  </a:solidFill>
                  <a:latin typeface="Canva Sans"/>
                  <a:ea typeface="Canva Sans"/>
                  <a:cs typeface="Canva Sans"/>
                  <a:sym typeface="Canva Sans"/>
                </a:rPr>
                <a:t>Miss!</a:t>
              </a:r>
            </a:p>
          </p:txBody>
        </p:sp>
      </p:grpSp>
      <p:grpSp>
        <p:nvGrpSpPr>
          <p:cNvPr id="14" name="Group 14"/>
          <p:cNvGrpSpPr/>
          <p:nvPr/>
        </p:nvGrpSpPr>
        <p:grpSpPr>
          <a:xfrm>
            <a:off x="13392150" y="6175735"/>
            <a:ext cx="3086100" cy="1788725"/>
            <a:chOff x="0" y="0"/>
            <a:chExt cx="812800" cy="471104"/>
          </a:xfrm>
        </p:grpSpPr>
        <p:sp>
          <p:nvSpPr>
            <p:cNvPr id="15" name="Freeform 15"/>
            <p:cNvSpPr/>
            <p:nvPr/>
          </p:nvSpPr>
          <p:spPr>
            <a:xfrm>
              <a:off x="0" y="0"/>
              <a:ext cx="812800" cy="471104"/>
            </a:xfrm>
            <a:custGeom>
              <a:avLst/>
              <a:gdLst/>
              <a:ahLst/>
              <a:cxnLst/>
              <a:rect l="l" t="t" r="r" b="b"/>
              <a:pathLst>
                <a:path w="812800" h="471104">
                  <a:moveTo>
                    <a:pt x="0" y="0"/>
                  </a:moveTo>
                  <a:lnTo>
                    <a:pt x="812800" y="0"/>
                  </a:lnTo>
                  <a:lnTo>
                    <a:pt x="812800" y="471104"/>
                  </a:lnTo>
                  <a:lnTo>
                    <a:pt x="0" y="471104"/>
                  </a:lnTo>
                  <a:close/>
                </a:path>
              </a:pathLst>
            </a:custGeom>
            <a:solidFill>
              <a:srgbClr val="17766F"/>
            </a:solidFill>
          </p:spPr>
          <p:txBody>
            <a:bodyPr/>
            <a:lstStyle/>
            <a:p>
              <a:endParaRPr lang="en-GB"/>
            </a:p>
          </p:txBody>
        </p:sp>
        <p:sp>
          <p:nvSpPr>
            <p:cNvPr id="16" name="TextBox 16"/>
            <p:cNvSpPr txBox="1"/>
            <p:nvPr/>
          </p:nvSpPr>
          <p:spPr>
            <a:xfrm>
              <a:off x="0" y="-76200"/>
              <a:ext cx="812800" cy="547304"/>
            </a:xfrm>
            <a:prstGeom prst="rect">
              <a:avLst/>
            </a:prstGeom>
          </p:spPr>
          <p:txBody>
            <a:bodyPr lIns="50800" tIns="50800" rIns="50800" bIns="50800" rtlCol="0" anchor="ctr"/>
            <a:lstStyle/>
            <a:p>
              <a:pPr algn="ctr">
                <a:lnSpc>
                  <a:spcPts val="5459"/>
                </a:lnSpc>
              </a:pPr>
              <a:r>
                <a:rPr lang="en-US" sz="3899">
                  <a:solidFill>
                    <a:srgbClr val="FFFFFF"/>
                  </a:solidFill>
                  <a:latin typeface="Canva Sans"/>
                  <a:ea typeface="Canva Sans"/>
                  <a:cs typeface="Canva Sans"/>
                  <a:sym typeface="Canva Sans"/>
                </a:rPr>
                <a:t>Hit!</a:t>
              </a:r>
            </a:p>
          </p:txBody>
        </p:sp>
      </p:grpSp>
      <p:grpSp>
        <p:nvGrpSpPr>
          <p:cNvPr id="17" name="Group 17"/>
          <p:cNvGrpSpPr/>
          <p:nvPr/>
        </p:nvGrpSpPr>
        <p:grpSpPr>
          <a:xfrm>
            <a:off x="1812661" y="8610600"/>
            <a:ext cx="3086100" cy="1295400"/>
            <a:chOff x="0" y="0"/>
            <a:chExt cx="812800" cy="341175"/>
          </a:xfrm>
        </p:grpSpPr>
        <p:sp>
          <p:nvSpPr>
            <p:cNvPr id="18" name="Freeform 18"/>
            <p:cNvSpPr/>
            <p:nvPr/>
          </p:nvSpPr>
          <p:spPr>
            <a:xfrm>
              <a:off x="0" y="0"/>
              <a:ext cx="812800" cy="341175"/>
            </a:xfrm>
            <a:custGeom>
              <a:avLst/>
              <a:gdLst/>
              <a:ahLst/>
              <a:cxnLst/>
              <a:rect l="l" t="t" r="r" b="b"/>
              <a:pathLst>
                <a:path w="812800" h="341175">
                  <a:moveTo>
                    <a:pt x="0" y="0"/>
                  </a:moveTo>
                  <a:lnTo>
                    <a:pt x="812800" y="0"/>
                  </a:lnTo>
                  <a:lnTo>
                    <a:pt x="812800" y="341175"/>
                  </a:lnTo>
                  <a:lnTo>
                    <a:pt x="0" y="341175"/>
                  </a:lnTo>
                  <a:close/>
                </a:path>
              </a:pathLst>
            </a:custGeom>
            <a:solidFill>
              <a:srgbClr val="17766F"/>
            </a:solidFill>
          </p:spPr>
          <p:txBody>
            <a:bodyPr/>
            <a:lstStyle/>
            <a:p>
              <a:endParaRPr lang="en-GB"/>
            </a:p>
          </p:txBody>
        </p:sp>
        <p:sp>
          <p:nvSpPr>
            <p:cNvPr id="19" name="TextBox 19"/>
            <p:cNvSpPr txBox="1"/>
            <p:nvPr/>
          </p:nvSpPr>
          <p:spPr>
            <a:xfrm>
              <a:off x="0" y="-57150"/>
              <a:ext cx="812800" cy="398325"/>
            </a:xfrm>
            <a:prstGeom prst="rect">
              <a:avLst/>
            </a:prstGeom>
          </p:spPr>
          <p:txBody>
            <a:bodyPr lIns="50800" tIns="50800" rIns="50800" bIns="50800" rtlCol="0" anchor="ctr"/>
            <a:lstStyle/>
            <a:p>
              <a:pPr algn="ctr">
                <a:lnSpc>
                  <a:spcPts val="3639"/>
                </a:lnSpc>
              </a:pPr>
              <a:r>
                <a:rPr lang="en-US" sz="2599">
                  <a:solidFill>
                    <a:srgbClr val="FFFFFF"/>
                  </a:solidFill>
                  <a:latin typeface="Canva Sans"/>
                  <a:ea typeface="Canva Sans"/>
                  <a:cs typeface="Canva Sans"/>
                  <a:sym typeface="Canva Sans"/>
                </a:rPr>
                <a:t>Places The Block</a:t>
              </a:r>
            </a:p>
          </p:txBody>
        </p:sp>
      </p:grpSp>
      <p:grpSp>
        <p:nvGrpSpPr>
          <p:cNvPr id="20" name="Group 20"/>
          <p:cNvGrpSpPr/>
          <p:nvPr/>
        </p:nvGrpSpPr>
        <p:grpSpPr>
          <a:xfrm>
            <a:off x="7900344" y="8714072"/>
            <a:ext cx="2487311" cy="1348834"/>
            <a:chOff x="0" y="0"/>
            <a:chExt cx="655094" cy="355248"/>
          </a:xfrm>
        </p:grpSpPr>
        <p:sp>
          <p:nvSpPr>
            <p:cNvPr id="21" name="Freeform 21"/>
            <p:cNvSpPr/>
            <p:nvPr/>
          </p:nvSpPr>
          <p:spPr>
            <a:xfrm>
              <a:off x="0" y="0"/>
              <a:ext cx="655094" cy="355248"/>
            </a:xfrm>
            <a:custGeom>
              <a:avLst/>
              <a:gdLst/>
              <a:ahLst/>
              <a:cxnLst/>
              <a:rect l="l" t="t" r="r" b="b"/>
              <a:pathLst>
                <a:path w="655094" h="355248">
                  <a:moveTo>
                    <a:pt x="327547" y="0"/>
                  </a:moveTo>
                  <a:cubicBezTo>
                    <a:pt x="146648" y="0"/>
                    <a:pt x="0" y="79525"/>
                    <a:pt x="0" y="177624"/>
                  </a:cubicBezTo>
                  <a:cubicBezTo>
                    <a:pt x="0" y="275723"/>
                    <a:pt x="146648" y="355248"/>
                    <a:pt x="327547" y="355248"/>
                  </a:cubicBezTo>
                  <a:cubicBezTo>
                    <a:pt x="508446" y="355248"/>
                    <a:pt x="655094" y="275723"/>
                    <a:pt x="655094" y="177624"/>
                  </a:cubicBezTo>
                  <a:cubicBezTo>
                    <a:pt x="655094" y="79525"/>
                    <a:pt x="508446" y="0"/>
                    <a:pt x="327547" y="0"/>
                  </a:cubicBezTo>
                  <a:close/>
                </a:path>
              </a:pathLst>
            </a:custGeom>
            <a:solidFill>
              <a:srgbClr val="17766F"/>
            </a:solidFill>
          </p:spPr>
          <p:txBody>
            <a:bodyPr/>
            <a:lstStyle/>
            <a:p>
              <a:endParaRPr lang="en-GB"/>
            </a:p>
          </p:txBody>
        </p:sp>
        <p:sp>
          <p:nvSpPr>
            <p:cNvPr id="22" name="TextBox 22"/>
            <p:cNvSpPr txBox="1"/>
            <p:nvPr/>
          </p:nvSpPr>
          <p:spPr>
            <a:xfrm>
              <a:off x="61415" y="-23845"/>
              <a:ext cx="532264" cy="345789"/>
            </a:xfrm>
            <a:prstGeom prst="rect">
              <a:avLst/>
            </a:prstGeom>
          </p:spPr>
          <p:txBody>
            <a:bodyPr lIns="50800" tIns="50800" rIns="50800" bIns="50800" rtlCol="0" anchor="ctr"/>
            <a:lstStyle/>
            <a:p>
              <a:pPr algn="ctr">
                <a:lnSpc>
                  <a:spcPts val="4479"/>
                </a:lnSpc>
              </a:pPr>
              <a:r>
                <a:rPr lang="en-US" sz="3199">
                  <a:solidFill>
                    <a:srgbClr val="FFFFFF"/>
                  </a:solidFill>
                  <a:latin typeface="Canva Sans"/>
                  <a:ea typeface="Canva Sans"/>
                  <a:cs typeface="Canva Sans"/>
                  <a:sym typeface="Canva Sans"/>
                </a:rPr>
                <a:t>Stop</a:t>
              </a:r>
            </a:p>
          </p:txBody>
        </p:sp>
      </p:grpSp>
      <p:grpSp>
        <p:nvGrpSpPr>
          <p:cNvPr id="23" name="Group 23"/>
          <p:cNvGrpSpPr/>
          <p:nvPr/>
        </p:nvGrpSpPr>
        <p:grpSpPr>
          <a:xfrm rot="10736023">
            <a:off x="8750176" y="3067751"/>
            <a:ext cx="782160" cy="919130"/>
            <a:chOff x="0" y="0"/>
            <a:chExt cx="523673" cy="615377"/>
          </a:xfrm>
        </p:grpSpPr>
        <p:sp>
          <p:nvSpPr>
            <p:cNvPr id="24" name="Freeform 24"/>
            <p:cNvSpPr/>
            <p:nvPr/>
          </p:nvSpPr>
          <p:spPr>
            <a:xfrm>
              <a:off x="0" y="0"/>
              <a:ext cx="523673" cy="615377"/>
            </a:xfrm>
            <a:custGeom>
              <a:avLst/>
              <a:gdLst/>
              <a:ahLst/>
              <a:cxnLst/>
              <a:rect l="l" t="t" r="r" b="b"/>
              <a:pathLst>
                <a:path w="523673" h="615377">
                  <a:moveTo>
                    <a:pt x="261837" y="0"/>
                  </a:moveTo>
                  <a:lnTo>
                    <a:pt x="0" y="406400"/>
                  </a:lnTo>
                  <a:lnTo>
                    <a:pt x="203200" y="406400"/>
                  </a:lnTo>
                  <a:lnTo>
                    <a:pt x="203200" y="615377"/>
                  </a:lnTo>
                  <a:lnTo>
                    <a:pt x="320473" y="615377"/>
                  </a:lnTo>
                  <a:lnTo>
                    <a:pt x="320473" y="406400"/>
                  </a:lnTo>
                  <a:lnTo>
                    <a:pt x="523673" y="406400"/>
                  </a:lnTo>
                  <a:lnTo>
                    <a:pt x="261837" y="0"/>
                  </a:lnTo>
                  <a:close/>
                </a:path>
              </a:pathLst>
            </a:custGeom>
            <a:solidFill>
              <a:srgbClr val="FFFFFF"/>
            </a:solidFill>
          </p:spPr>
          <p:txBody>
            <a:bodyPr/>
            <a:lstStyle/>
            <a:p>
              <a:endParaRPr lang="en-GB"/>
            </a:p>
          </p:txBody>
        </p:sp>
        <p:sp>
          <p:nvSpPr>
            <p:cNvPr id="25" name="TextBox 25"/>
            <p:cNvSpPr txBox="1"/>
            <p:nvPr/>
          </p:nvSpPr>
          <p:spPr>
            <a:xfrm>
              <a:off x="203200" y="63500"/>
              <a:ext cx="117273" cy="551877"/>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10736023">
            <a:off x="8747272" y="5150725"/>
            <a:ext cx="782160" cy="607001"/>
            <a:chOff x="0" y="0"/>
            <a:chExt cx="523673" cy="406400"/>
          </a:xfrm>
        </p:grpSpPr>
        <p:sp>
          <p:nvSpPr>
            <p:cNvPr id="27" name="Freeform 27"/>
            <p:cNvSpPr/>
            <p:nvPr/>
          </p:nvSpPr>
          <p:spPr>
            <a:xfrm>
              <a:off x="0" y="0"/>
              <a:ext cx="523673" cy="406400"/>
            </a:xfrm>
            <a:custGeom>
              <a:avLst/>
              <a:gdLst/>
              <a:ahLst/>
              <a:cxnLst/>
              <a:rect l="l" t="t" r="r" b="b"/>
              <a:pathLst>
                <a:path w="523673" h="406400">
                  <a:moveTo>
                    <a:pt x="261837" y="0"/>
                  </a:moveTo>
                  <a:lnTo>
                    <a:pt x="0" y="406400"/>
                  </a:lnTo>
                  <a:lnTo>
                    <a:pt x="203200" y="406400"/>
                  </a:lnTo>
                  <a:lnTo>
                    <a:pt x="203200" y="406400"/>
                  </a:lnTo>
                  <a:lnTo>
                    <a:pt x="320473" y="406400"/>
                  </a:lnTo>
                  <a:lnTo>
                    <a:pt x="320473" y="406400"/>
                  </a:lnTo>
                  <a:lnTo>
                    <a:pt x="523673" y="406400"/>
                  </a:lnTo>
                  <a:lnTo>
                    <a:pt x="261837" y="0"/>
                  </a:lnTo>
                  <a:close/>
                </a:path>
              </a:pathLst>
            </a:custGeom>
            <a:solidFill>
              <a:srgbClr val="FFFFFF"/>
            </a:solidFill>
          </p:spPr>
          <p:txBody>
            <a:bodyPr/>
            <a:lstStyle/>
            <a:p>
              <a:endParaRPr lang="en-GB"/>
            </a:p>
          </p:txBody>
        </p:sp>
        <p:sp>
          <p:nvSpPr>
            <p:cNvPr id="28" name="TextBox 28"/>
            <p:cNvSpPr txBox="1"/>
            <p:nvPr/>
          </p:nvSpPr>
          <p:spPr>
            <a:xfrm>
              <a:off x="203200" y="63500"/>
              <a:ext cx="117273" cy="3429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5400000">
            <a:off x="5865818" y="5726045"/>
            <a:ext cx="782160" cy="2688104"/>
            <a:chOff x="0" y="0"/>
            <a:chExt cx="523673" cy="1799743"/>
          </a:xfrm>
        </p:grpSpPr>
        <p:sp>
          <p:nvSpPr>
            <p:cNvPr id="30" name="Freeform 30"/>
            <p:cNvSpPr/>
            <p:nvPr/>
          </p:nvSpPr>
          <p:spPr>
            <a:xfrm>
              <a:off x="0" y="0"/>
              <a:ext cx="523673" cy="1799743"/>
            </a:xfrm>
            <a:custGeom>
              <a:avLst/>
              <a:gdLst/>
              <a:ahLst/>
              <a:cxnLst/>
              <a:rect l="l" t="t" r="r" b="b"/>
              <a:pathLst>
                <a:path w="523673" h="1799743">
                  <a:moveTo>
                    <a:pt x="261837" y="0"/>
                  </a:moveTo>
                  <a:lnTo>
                    <a:pt x="0" y="406400"/>
                  </a:lnTo>
                  <a:lnTo>
                    <a:pt x="203200" y="406400"/>
                  </a:lnTo>
                  <a:lnTo>
                    <a:pt x="203200" y="1799743"/>
                  </a:lnTo>
                  <a:lnTo>
                    <a:pt x="320473" y="1799743"/>
                  </a:lnTo>
                  <a:lnTo>
                    <a:pt x="320473" y="406400"/>
                  </a:lnTo>
                  <a:lnTo>
                    <a:pt x="523673" y="406400"/>
                  </a:lnTo>
                  <a:lnTo>
                    <a:pt x="261837" y="0"/>
                  </a:lnTo>
                  <a:close/>
                </a:path>
              </a:pathLst>
            </a:custGeom>
            <a:solidFill>
              <a:srgbClr val="FFFFFF"/>
            </a:solidFill>
          </p:spPr>
          <p:txBody>
            <a:bodyPr/>
            <a:lstStyle/>
            <a:p>
              <a:endParaRPr lang="en-GB"/>
            </a:p>
          </p:txBody>
        </p:sp>
        <p:sp>
          <p:nvSpPr>
            <p:cNvPr id="31" name="TextBox 31"/>
            <p:cNvSpPr txBox="1"/>
            <p:nvPr/>
          </p:nvSpPr>
          <p:spPr>
            <a:xfrm>
              <a:off x="203200" y="63500"/>
              <a:ext cx="117273" cy="1736243"/>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5400000">
            <a:off x="11657018" y="5726045"/>
            <a:ext cx="782160" cy="2688104"/>
            <a:chOff x="0" y="0"/>
            <a:chExt cx="523673" cy="1799743"/>
          </a:xfrm>
        </p:grpSpPr>
        <p:sp>
          <p:nvSpPr>
            <p:cNvPr id="33" name="Freeform 33"/>
            <p:cNvSpPr/>
            <p:nvPr/>
          </p:nvSpPr>
          <p:spPr>
            <a:xfrm>
              <a:off x="0" y="0"/>
              <a:ext cx="523673" cy="1799743"/>
            </a:xfrm>
            <a:custGeom>
              <a:avLst/>
              <a:gdLst/>
              <a:ahLst/>
              <a:cxnLst/>
              <a:rect l="l" t="t" r="r" b="b"/>
              <a:pathLst>
                <a:path w="523673" h="1799743">
                  <a:moveTo>
                    <a:pt x="261837" y="0"/>
                  </a:moveTo>
                  <a:lnTo>
                    <a:pt x="0" y="406400"/>
                  </a:lnTo>
                  <a:lnTo>
                    <a:pt x="203200" y="406400"/>
                  </a:lnTo>
                  <a:lnTo>
                    <a:pt x="203200" y="1799743"/>
                  </a:lnTo>
                  <a:lnTo>
                    <a:pt x="320473" y="1799743"/>
                  </a:lnTo>
                  <a:lnTo>
                    <a:pt x="320473" y="406400"/>
                  </a:lnTo>
                  <a:lnTo>
                    <a:pt x="523673" y="406400"/>
                  </a:lnTo>
                  <a:lnTo>
                    <a:pt x="261837" y="0"/>
                  </a:lnTo>
                  <a:close/>
                </a:path>
              </a:pathLst>
            </a:custGeom>
            <a:solidFill>
              <a:srgbClr val="FFFFFF"/>
            </a:solidFill>
          </p:spPr>
          <p:txBody>
            <a:bodyPr/>
            <a:lstStyle/>
            <a:p>
              <a:endParaRPr lang="en-GB"/>
            </a:p>
          </p:txBody>
        </p:sp>
        <p:sp>
          <p:nvSpPr>
            <p:cNvPr id="34" name="TextBox 34"/>
            <p:cNvSpPr txBox="1"/>
            <p:nvPr/>
          </p:nvSpPr>
          <p:spPr>
            <a:xfrm>
              <a:off x="203200" y="63500"/>
              <a:ext cx="117273" cy="1736243"/>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rot="-6650153">
            <a:off x="11391557" y="7037303"/>
            <a:ext cx="782160" cy="3146595"/>
            <a:chOff x="0" y="0"/>
            <a:chExt cx="523673" cy="2106713"/>
          </a:xfrm>
        </p:grpSpPr>
        <p:sp>
          <p:nvSpPr>
            <p:cNvPr id="36" name="Freeform 36"/>
            <p:cNvSpPr/>
            <p:nvPr/>
          </p:nvSpPr>
          <p:spPr>
            <a:xfrm>
              <a:off x="0" y="0"/>
              <a:ext cx="523673" cy="2106713"/>
            </a:xfrm>
            <a:custGeom>
              <a:avLst/>
              <a:gdLst/>
              <a:ahLst/>
              <a:cxnLst/>
              <a:rect l="l" t="t" r="r" b="b"/>
              <a:pathLst>
                <a:path w="523673" h="2106713">
                  <a:moveTo>
                    <a:pt x="261837" y="0"/>
                  </a:moveTo>
                  <a:lnTo>
                    <a:pt x="0" y="406400"/>
                  </a:lnTo>
                  <a:lnTo>
                    <a:pt x="203200" y="406400"/>
                  </a:lnTo>
                  <a:lnTo>
                    <a:pt x="203200" y="2106713"/>
                  </a:lnTo>
                  <a:lnTo>
                    <a:pt x="320473" y="2106713"/>
                  </a:lnTo>
                  <a:lnTo>
                    <a:pt x="320473" y="406400"/>
                  </a:lnTo>
                  <a:lnTo>
                    <a:pt x="523673" y="406400"/>
                  </a:lnTo>
                  <a:lnTo>
                    <a:pt x="261837" y="0"/>
                  </a:lnTo>
                  <a:close/>
                </a:path>
              </a:pathLst>
            </a:custGeom>
            <a:solidFill>
              <a:srgbClr val="FFFFFF"/>
            </a:solidFill>
          </p:spPr>
          <p:txBody>
            <a:bodyPr/>
            <a:lstStyle/>
            <a:p>
              <a:endParaRPr lang="en-GB"/>
            </a:p>
          </p:txBody>
        </p:sp>
        <p:sp>
          <p:nvSpPr>
            <p:cNvPr id="37" name="TextBox 37"/>
            <p:cNvSpPr txBox="1"/>
            <p:nvPr/>
          </p:nvSpPr>
          <p:spPr>
            <a:xfrm>
              <a:off x="203200" y="63500"/>
              <a:ext cx="117273" cy="2043213"/>
            </a:xfrm>
            <a:prstGeom prst="rect">
              <a:avLst/>
            </a:prstGeom>
          </p:spPr>
          <p:txBody>
            <a:bodyPr lIns="50800" tIns="50800" rIns="50800" bIns="50800" rtlCol="0" anchor="ctr"/>
            <a:lstStyle/>
            <a:p>
              <a:pPr algn="ctr">
                <a:lnSpc>
                  <a:spcPts val="2659"/>
                </a:lnSpc>
              </a:pPr>
              <a:endParaRPr/>
            </a:p>
          </p:txBody>
        </p:sp>
      </p:grpSp>
      <p:sp>
        <p:nvSpPr>
          <p:cNvPr id="38" name="TextBox 38"/>
          <p:cNvSpPr txBox="1"/>
          <p:nvPr/>
        </p:nvSpPr>
        <p:spPr>
          <a:xfrm>
            <a:off x="5273819" y="159703"/>
            <a:ext cx="7740362" cy="1419491"/>
          </a:xfrm>
          <a:prstGeom prst="rect">
            <a:avLst/>
          </a:prstGeom>
        </p:spPr>
        <p:txBody>
          <a:bodyPr lIns="0" tIns="0" rIns="0" bIns="0" rtlCol="0" anchor="t">
            <a:spAutoFit/>
          </a:bodyPr>
          <a:lstStyle/>
          <a:p>
            <a:pPr algn="ctr">
              <a:lnSpc>
                <a:spcPts val="12880"/>
              </a:lnSpc>
              <a:spcBef>
                <a:spcPct val="0"/>
              </a:spcBef>
            </a:pPr>
            <a:r>
              <a:rPr lang="en-US" sz="5400" b="1" dirty="0">
                <a:solidFill>
                  <a:srgbClr val="000000"/>
                </a:solidFill>
                <a:latin typeface="Canva Sans Bold"/>
                <a:ea typeface="Canva Sans Bold"/>
                <a:cs typeface="Canva Sans Bold"/>
                <a:sym typeface="Canva Sans Bold"/>
              </a:rPr>
              <a:t>Flow Diagram</a:t>
            </a:r>
          </a:p>
        </p:txBody>
      </p:sp>
      <p:grpSp>
        <p:nvGrpSpPr>
          <p:cNvPr id="39" name="Group 39"/>
          <p:cNvGrpSpPr/>
          <p:nvPr/>
        </p:nvGrpSpPr>
        <p:grpSpPr>
          <a:xfrm rot="-10800000">
            <a:off x="2964631" y="7964459"/>
            <a:ext cx="782160" cy="658876"/>
            <a:chOff x="0" y="0"/>
            <a:chExt cx="523673" cy="441131"/>
          </a:xfrm>
        </p:grpSpPr>
        <p:sp>
          <p:nvSpPr>
            <p:cNvPr id="40" name="Freeform 40"/>
            <p:cNvSpPr/>
            <p:nvPr/>
          </p:nvSpPr>
          <p:spPr>
            <a:xfrm>
              <a:off x="0" y="0"/>
              <a:ext cx="523673" cy="441131"/>
            </a:xfrm>
            <a:custGeom>
              <a:avLst/>
              <a:gdLst/>
              <a:ahLst/>
              <a:cxnLst/>
              <a:rect l="l" t="t" r="r" b="b"/>
              <a:pathLst>
                <a:path w="523673" h="441131">
                  <a:moveTo>
                    <a:pt x="261837" y="0"/>
                  </a:moveTo>
                  <a:lnTo>
                    <a:pt x="0" y="406400"/>
                  </a:lnTo>
                  <a:lnTo>
                    <a:pt x="203200" y="406400"/>
                  </a:lnTo>
                  <a:lnTo>
                    <a:pt x="203200" y="441131"/>
                  </a:lnTo>
                  <a:lnTo>
                    <a:pt x="320473" y="441131"/>
                  </a:lnTo>
                  <a:lnTo>
                    <a:pt x="320473" y="406400"/>
                  </a:lnTo>
                  <a:lnTo>
                    <a:pt x="523673" y="406400"/>
                  </a:lnTo>
                  <a:lnTo>
                    <a:pt x="261837" y="0"/>
                  </a:lnTo>
                  <a:close/>
                </a:path>
              </a:pathLst>
            </a:custGeom>
            <a:solidFill>
              <a:srgbClr val="FFFFFF"/>
            </a:solidFill>
          </p:spPr>
          <p:txBody>
            <a:bodyPr/>
            <a:lstStyle/>
            <a:p>
              <a:endParaRPr lang="en-GB"/>
            </a:p>
          </p:txBody>
        </p:sp>
        <p:sp>
          <p:nvSpPr>
            <p:cNvPr id="41" name="TextBox 41"/>
            <p:cNvSpPr txBox="1"/>
            <p:nvPr/>
          </p:nvSpPr>
          <p:spPr>
            <a:xfrm>
              <a:off x="203200" y="63500"/>
              <a:ext cx="117273" cy="377631"/>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rot="5400000">
            <a:off x="6008472" y="7887697"/>
            <a:ext cx="782160" cy="3001583"/>
            <a:chOff x="0" y="0"/>
            <a:chExt cx="523673" cy="2009624"/>
          </a:xfrm>
        </p:grpSpPr>
        <p:sp>
          <p:nvSpPr>
            <p:cNvPr id="43" name="Freeform 43"/>
            <p:cNvSpPr/>
            <p:nvPr/>
          </p:nvSpPr>
          <p:spPr>
            <a:xfrm>
              <a:off x="0" y="0"/>
              <a:ext cx="523673" cy="2009624"/>
            </a:xfrm>
            <a:custGeom>
              <a:avLst/>
              <a:gdLst/>
              <a:ahLst/>
              <a:cxnLst/>
              <a:rect l="l" t="t" r="r" b="b"/>
              <a:pathLst>
                <a:path w="523673" h="2009624">
                  <a:moveTo>
                    <a:pt x="261837" y="0"/>
                  </a:moveTo>
                  <a:lnTo>
                    <a:pt x="0" y="406400"/>
                  </a:lnTo>
                  <a:lnTo>
                    <a:pt x="203200" y="406400"/>
                  </a:lnTo>
                  <a:lnTo>
                    <a:pt x="203200" y="2009624"/>
                  </a:lnTo>
                  <a:lnTo>
                    <a:pt x="320473" y="2009624"/>
                  </a:lnTo>
                  <a:lnTo>
                    <a:pt x="320473" y="406400"/>
                  </a:lnTo>
                  <a:lnTo>
                    <a:pt x="523673" y="406400"/>
                  </a:lnTo>
                  <a:lnTo>
                    <a:pt x="261837" y="0"/>
                  </a:lnTo>
                  <a:close/>
                </a:path>
              </a:pathLst>
            </a:custGeom>
            <a:solidFill>
              <a:srgbClr val="FFFFFF"/>
            </a:solidFill>
          </p:spPr>
          <p:txBody>
            <a:bodyPr/>
            <a:lstStyle/>
            <a:p>
              <a:endParaRPr lang="en-GB"/>
            </a:p>
          </p:txBody>
        </p:sp>
        <p:sp>
          <p:nvSpPr>
            <p:cNvPr id="44" name="TextBox 44"/>
            <p:cNvSpPr txBox="1"/>
            <p:nvPr/>
          </p:nvSpPr>
          <p:spPr>
            <a:xfrm>
              <a:off x="203200" y="63500"/>
              <a:ext cx="117273" cy="1946124"/>
            </a:xfrm>
            <a:prstGeom prst="rect">
              <a:avLst/>
            </a:prstGeom>
          </p:spPr>
          <p:txBody>
            <a:bodyPr lIns="50800" tIns="50800" rIns="50800" bIns="50800" rtlCol="0" anchor="ctr"/>
            <a:lstStyle/>
            <a:p>
              <a:pPr algn="ctr">
                <a:lnSpc>
                  <a:spcPts val="2659"/>
                </a:lnSpc>
              </a:pPr>
              <a:endParaRPr/>
            </a:p>
          </p:txBody>
        </p:sp>
      </p:grpSp>
      <p:sp>
        <p:nvSpPr>
          <p:cNvPr id="45" name="TextBox 45"/>
          <p:cNvSpPr txBox="1"/>
          <p:nvPr/>
        </p:nvSpPr>
        <p:spPr>
          <a:xfrm>
            <a:off x="11166759" y="6346277"/>
            <a:ext cx="615878"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Canva Sans"/>
                <a:ea typeface="Canva Sans"/>
                <a:cs typeface="Canva Sans"/>
                <a:sym typeface="Canva Sans"/>
              </a:rPr>
              <a:t>Yes</a:t>
            </a:r>
          </a:p>
        </p:txBody>
      </p:sp>
      <p:sp>
        <p:nvSpPr>
          <p:cNvPr id="46" name="TextBox 46"/>
          <p:cNvSpPr txBox="1"/>
          <p:nvPr/>
        </p:nvSpPr>
        <p:spPr>
          <a:xfrm>
            <a:off x="6599201" y="6346277"/>
            <a:ext cx="525499"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Canva Sans"/>
                <a:ea typeface="Canva Sans"/>
                <a:cs typeface="Canva Sans"/>
                <a:sym typeface="Canva Sans"/>
              </a:rPr>
              <a:t>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TextBox 3"/>
          <p:cNvSpPr txBox="1"/>
          <p:nvPr/>
        </p:nvSpPr>
        <p:spPr>
          <a:xfrm>
            <a:off x="4572001" y="4274503"/>
            <a:ext cx="8889748" cy="1566544"/>
          </a:xfrm>
          <a:prstGeom prst="rect">
            <a:avLst/>
          </a:prstGeom>
        </p:spPr>
        <p:txBody>
          <a:bodyPr wrap="square" lIns="0" tIns="0" rIns="0" bIns="0" rtlCol="0" anchor="t">
            <a:spAutoFit/>
          </a:bodyPr>
          <a:lstStyle/>
          <a:p>
            <a:pPr algn="ctr">
              <a:lnSpc>
                <a:spcPts val="12880"/>
              </a:lnSpc>
              <a:spcBef>
                <a:spcPct val="0"/>
              </a:spcBef>
            </a:pPr>
            <a:r>
              <a:rPr lang="en-US" sz="9200" b="1" dirty="0">
                <a:solidFill>
                  <a:srgbClr val="000000"/>
                </a:solidFill>
                <a:latin typeface="Canva Sans Bold"/>
                <a:ea typeface="Canva Sans Bold"/>
                <a:cs typeface="Canva Sans Bold"/>
                <a:sym typeface="Canva Sans Bold"/>
              </a:rPr>
              <a:t>Demonstration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914D"/>
        </a:solidFill>
        <a:effectLst/>
      </p:bgPr>
    </p:bg>
    <p:spTree>
      <p:nvGrpSpPr>
        <p:cNvPr id="1" name=""/>
        <p:cNvGrpSpPr/>
        <p:nvPr/>
      </p:nvGrpSpPr>
      <p:grpSpPr>
        <a:xfrm>
          <a:off x="0" y="0"/>
          <a:ext cx="0" cy="0"/>
          <a:chOff x="0" y="0"/>
          <a:chExt cx="0" cy="0"/>
        </a:xfrm>
      </p:grpSpPr>
      <p:sp>
        <p:nvSpPr>
          <p:cNvPr id="2" name="TextBox 2"/>
          <p:cNvSpPr txBox="1"/>
          <p:nvPr/>
        </p:nvSpPr>
        <p:spPr>
          <a:xfrm>
            <a:off x="2384971" y="-58760"/>
            <a:ext cx="13518059" cy="3195319"/>
          </a:xfrm>
          <a:prstGeom prst="rect">
            <a:avLst/>
          </a:prstGeom>
        </p:spPr>
        <p:txBody>
          <a:bodyPr lIns="0" tIns="0" rIns="0" bIns="0" rtlCol="0" anchor="t">
            <a:spAutoFit/>
          </a:bodyPr>
          <a:lstStyle/>
          <a:p>
            <a:pPr algn="ctr">
              <a:lnSpc>
                <a:spcPts val="12880"/>
              </a:lnSpc>
            </a:pPr>
            <a:r>
              <a:rPr lang="en-US" sz="6600" b="1" dirty="0">
                <a:solidFill>
                  <a:srgbClr val="000000"/>
                </a:solidFill>
                <a:latin typeface="Canva Sans Bold"/>
                <a:ea typeface="Canva Sans Bold"/>
                <a:cs typeface="Canva Sans Bold"/>
                <a:sym typeface="Canva Sans Bold"/>
              </a:rPr>
              <a:t>Replacement Algorithm</a:t>
            </a:r>
          </a:p>
          <a:p>
            <a:pPr algn="ctr">
              <a:lnSpc>
                <a:spcPts val="12880"/>
              </a:lnSpc>
            </a:pPr>
            <a:r>
              <a:rPr lang="en-US" sz="6600" b="1" dirty="0">
                <a:solidFill>
                  <a:srgbClr val="000000"/>
                </a:solidFill>
                <a:latin typeface="Canva Sans Bold"/>
                <a:ea typeface="Canva Sans Bold"/>
                <a:cs typeface="Canva Sans Bold"/>
                <a:sym typeface="Canva Sans Bold"/>
              </a:rPr>
              <a:t>(FIFO)</a:t>
            </a:r>
          </a:p>
        </p:txBody>
      </p:sp>
      <p:sp>
        <p:nvSpPr>
          <p:cNvPr id="3" name="TextBox 3"/>
          <p:cNvSpPr txBox="1"/>
          <p:nvPr/>
        </p:nvSpPr>
        <p:spPr>
          <a:xfrm>
            <a:off x="657915" y="4341178"/>
            <a:ext cx="17630085" cy="90359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Canva Sans Bold"/>
                <a:ea typeface="Canva Sans Bold"/>
                <a:cs typeface="Canva Sans Bold"/>
                <a:sym typeface="Canva Sans Bold"/>
              </a:rPr>
              <a:t>7  0  1     2  0  3  0  4  2  3  0  3  2  1  2  0  1  7  0  1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914D"/>
        </a:solidFill>
        <a:effectLst/>
      </p:bgPr>
    </p:bg>
    <p:spTree>
      <p:nvGrpSpPr>
        <p:cNvPr id="1" name=""/>
        <p:cNvGrpSpPr/>
        <p:nvPr/>
      </p:nvGrpSpPr>
      <p:grpSpPr>
        <a:xfrm>
          <a:off x="0" y="0"/>
          <a:ext cx="0" cy="0"/>
          <a:chOff x="0" y="0"/>
          <a:chExt cx="0" cy="0"/>
        </a:xfrm>
      </p:grpSpPr>
      <p:sp>
        <p:nvSpPr>
          <p:cNvPr id="2" name="TextBox 2"/>
          <p:cNvSpPr txBox="1"/>
          <p:nvPr/>
        </p:nvSpPr>
        <p:spPr>
          <a:xfrm>
            <a:off x="2384971" y="-58760"/>
            <a:ext cx="13518059" cy="3195319"/>
          </a:xfrm>
          <a:prstGeom prst="rect">
            <a:avLst/>
          </a:prstGeom>
        </p:spPr>
        <p:txBody>
          <a:bodyPr lIns="0" tIns="0" rIns="0" bIns="0" rtlCol="0" anchor="t">
            <a:spAutoFit/>
          </a:bodyPr>
          <a:lstStyle/>
          <a:p>
            <a:pPr algn="ctr">
              <a:lnSpc>
                <a:spcPts val="12880"/>
              </a:lnSpc>
            </a:pPr>
            <a:r>
              <a:rPr lang="en-US" sz="6600" b="1" dirty="0">
                <a:solidFill>
                  <a:srgbClr val="000000"/>
                </a:solidFill>
                <a:latin typeface="Canva Sans Bold"/>
                <a:ea typeface="Canva Sans Bold"/>
                <a:cs typeface="Canva Sans Bold"/>
                <a:sym typeface="Canva Sans Bold"/>
              </a:rPr>
              <a:t>Replacement Algorithm</a:t>
            </a:r>
          </a:p>
          <a:p>
            <a:pPr algn="ctr">
              <a:lnSpc>
                <a:spcPts val="12880"/>
              </a:lnSpc>
            </a:pPr>
            <a:r>
              <a:rPr lang="en-US" sz="6600" b="1" dirty="0">
                <a:solidFill>
                  <a:srgbClr val="000000"/>
                </a:solidFill>
                <a:latin typeface="Canva Sans Bold"/>
                <a:ea typeface="Canva Sans Bold"/>
                <a:cs typeface="Canva Sans Bold"/>
                <a:sym typeface="Canva Sans Bold"/>
              </a:rPr>
              <a:t>(FIFO)</a:t>
            </a:r>
          </a:p>
        </p:txBody>
      </p:sp>
      <p:sp>
        <p:nvSpPr>
          <p:cNvPr id="3" name="TextBox 3"/>
          <p:cNvSpPr txBox="1"/>
          <p:nvPr/>
        </p:nvSpPr>
        <p:spPr>
          <a:xfrm>
            <a:off x="657915" y="4341178"/>
            <a:ext cx="17630085" cy="90359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Canva Sans Bold"/>
                <a:ea typeface="Canva Sans Bold"/>
                <a:cs typeface="Canva Sans Bold"/>
                <a:sym typeface="Canva Sans Bold"/>
              </a:rPr>
              <a:t>7  0  1     2  0  3  0  4  2  3  0  3  2  1  2  0  1  7  0  1</a:t>
            </a:r>
          </a:p>
        </p:txBody>
      </p:sp>
      <p:grpSp>
        <p:nvGrpSpPr>
          <p:cNvPr id="4" name="Group 4"/>
          <p:cNvGrpSpPr/>
          <p:nvPr/>
        </p:nvGrpSpPr>
        <p:grpSpPr>
          <a:xfrm>
            <a:off x="4469130" y="4122420"/>
            <a:ext cx="1074420" cy="1328738"/>
            <a:chOff x="0" y="0"/>
            <a:chExt cx="1432560" cy="1771650"/>
          </a:xfrm>
        </p:grpSpPr>
        <p:sp>
          <p:nvSpPr>
            <p:cNvPr id="5" name="Freeform 5"/>
            <p:cNvSpPr/>
            <p:nvPr/>
          </p:nvSpPr>
          <p:spPr>
            <a:xfrm>
              <a:off x="48915" y="47894"/>
              <a:ext cx="1339099" cy="1671875"/>
            </a:xfrm>
            <a:custGeom>
              <a:avLst/>
              <a:gdLst/>
              <a:ahLst/>
              <a:cxnLst/>
              <a:rect l="l" t="t" r="r" b="b"/>
              <a:pathLst>
                <a:path w="1339099" h="1671875">
                  <a:moveTo>
                    <a:pt x="732135" y="377556"/>
                  </a:moveTo>
                  <a:cubicBezTo>
                    <a:pt x="509885" y="381366"/>
                    <a:pt x="440035" y="387716"/>
                    <a:pt x="395585" y="401686"/>
                  </a:cubicBezTo>
                  <a:cubicBezTo>
                    <a:pt x="365105" y="410576"/>
                    <a:pt x="344785" y="413116"/>
                    <a:pt x="321925" y="437246"/>
                  </a:cubicBezTo>
                  <a:cubicBezTo>
                    <a:pt x="280015" y="481696"/>
                    <a:pt x="243185" y="613776"/>
                    <a:pt x="219055" y="689976"/>
                  </a:cubicBezTo>
                  <a:cubicBezTo>
                    <a:pt x="198735" y="749666"/>
                    <a:pt x="183495" y="804276"/>
                    <a:pt x="175875" y="853806"/>
                  </a:cubicBezTo>
                  <a:cubicBezTo>
                    <a:pt x="170795" y="893176"/>
                    <a:pt x="172065" y="926196"/>
                    <a:pt x="174605" y="960486"/>
                  </a:cubicBezTo>
                  <a:cubicBezTo>
                    <a:pt x="177145" y="993506"/>
                    <a:pt x="177145" y="1025256"/>
                    <a:pt x="189845" y="1054466"/>
                  </a:cubicBezTo>
                  <a:cubicBezTo>
                    <a:pt x="205085" y="1088756"/>
                    <a:pt x="226675" y="1111616"/>
                    <a:pt x="268585" y="1150986"/>
                  </a:cubicBezTo>
                  <a:cubicBezTo>
                    <a:pt x="361295" y="1237346"/>
                    <a:pt x="672445" y="1518016"/>
                    <a:pt x="780395" y="1510396"/>
                  </a:cubicBezTo>
                  <a:cubicBezTo>
                    <a:pt x="835005" y="1507856"/>
                    <a:pt x="860405" y="1443086"/>
                    <a:pt x="894695" y="1404986"/>
                  </a:cubicBezTo>
                  <a:cubicBezTo>
                    <a:pt x="928985" y="1364346"/>
                    <a:pt x="962005" y="1313546"/>
                    <a:pt x="986135" y="1274176"/>
                  </a:cubicBezTo>
                  <a:cubicBezTo>
                    <a:pt x="1006455" y="1242426"/>
                    <a:pt x="1022965" y="1219566"/>
                    <a:pt x="1036935" y="1186546"/>
                  </a:cubicBezTo>
                  <a:cubicBezTo>
                    <a:pt x="1052175" y="1148446"/>
                    <a:pt x="1055985" y="1095106"/>
                    <a:pt x="1072495" y="1057006"/>
                  </a:cubicBezTo>
                  <a:cubicBezTo>
                    <a:pt x="1085195" y="1025256"/>
                    <a:pt x="1108055" y="1008746"/>
                    <a:pt x="1120755" y="974456"/>
                  </a:cubicBezTo>
                  <a:cubicBezTo>
                    <a:pt x="1139805" y="927466"/>
                    <a:pt x="1151235" y="858886"/>
                    <a:pt x="1158855" y="791576"/>
                  </a:cubicBezTo>
                  <a:cubicBezTo>
                    <a:pt x="1167745" y="711566"/>
                    <a:pt x="1167745" y="593456"/>
                    <a:pt x="1161395" y="527416"/>
                  </a:cubicBezTo>
                  <a:cubicBezTo>
                    <a:pt x="1157585" y="486776"/>
                    <a:pt x="1161395" y="457566"/>
                    <a:pt x="1141075" y="432166"/>
                  </a:cubicBezTo>
                  <a:cubicBezTo>
                    <a:pt x="1115675" y="399146"/>
                    <a:pt x="1061065" y="388986"/>
                    <a:pt x="1001375" y="363586"/>
                  </a:cubicBezTo>
                  <a:cubicBezTo>
                    <a:pt x="903585" y="321676"/>
                    <a:pt x="696575" y="263256"/>
                    <a:pt x="601325" y="217536"/>
                  </a:cubicBezTo>
                  <a:cubicBezTo>
                    <a:pt x="544175" y="188326"/>
                    <a:pt x="493375" y="162926"/>
                    <a:pt x="470515" y="134986"/>
                  </a:cubicBezTo>
                  <a:cubicBezTo>
                    <a:pt x="457815" y="118476"/>
                    <a:pt x="454005" y="100696"/>
                    <a:pt x="454005" y="82916"/>
                  </a:cubicBezTo>
                  <a:cubicBezTo>
                    <a:pt x="455275" y="66406"/>
                    <a:pt x="461625" y="46086"/>
                    <a:pt x="473055" y="32116"/>
                  </a:cubicBezTo>
                  <a:cubicBezTo>
                    <a:pt x="483215" y="19416"/>
                    <a:pt x="500995" y="6716"/>
                    <a:pt x="517505" y="2906"/>
                  </a:cubicBezTo>
                  <a:cubicBezTo>
                    <a:pt x="534015" y="-904"/>
                    <a:pt x="555605" y="-2174"/>
                    <a:pt x="572115" y="6716"/>
                  </a:cubicBezTo>
                  <a:cubicBezTo>
                    <a:pt x="591165" y="16876"/>
                    <a:pt x="615295" y="47356"/>
                    <a:pt x="621645" y="67676"/>
                  </a:cubicBezTo>
                  <a:cubicBezTo>
                    <a:pt x="626725" y="85456"/>
                    <a:pt x="624185" y="105776"/>
                    <a:pt x="615295" y="121016"/>
                  </a:cubicBezTo>
                  <a:cubicBezTo>
                    <a:pt x="603865" y="140066"/>
                    <a:pt x="573385" y="162926"/>
                    <a:pt x="551795" y="168006"/>
                  </a:cubicBezTo>
                  <a:cubicBezTo>
                    <a:pt x="534015" y="171816"/>
                    <a:pt x="513695" y="166736"/>
                    <a:pt x="498455" y="159116"/>
                  </a:cubicBezTo>
                  <a:cubicBezTo>
                    <a:pt x="483215" y="150226"/>
                    <a:pt x="467975" y="136256"/>
                    <a:pt x="461625" y="118476"/>
                  </a:cubicBezTo>
                  <a:cubicBezTo>
                    <a:pt x="454005" y="98156"/>
                    <a:pt x="457815" y="60056"/>
                    <a:pt x="466705" y="39736"/>
                  </a:cubicBezTo>
                  <a:cubicBezTo>
                    <a:pt x="475595" y="24496"/>
                    <a:pt x="493375" y="11796"/>
                    <a:pt x="508615" y="5446"/>
                  </a:cubicBezTo>
                  <a:cubicBezTo>
                    <a:pt x="525125" y="-904"/>
                    <a:pt x="544175" y="-2174"/>
                    <a:pt x="563225" y="4176"/>
                  </a:cubicBezTo>
                  <a:cubicBezTo>
                    <a:pt x="586085" y="10526"/>
                    <a:pt x="598785" y="34656"/>
                    <a:pt x="634345" y="52436"/>
                  </a:cubicBezTo>
                  <a:cubicBezTo>
                    <a:pt x="715625" y="93076"/>
                    <a:pt x="944225" y="148956"/>
                    <a:pt x="1058525" y="202296"/>
                  </a:cubicBezTo>
                  <a:cubicBezTo>
                    <a:pt x="1141075" y="240396"/>
                    <a:pt x="1219815" y="277226"/>
                    <a:pt x="1261725" y="320406"/>
                  </a:cubicBezTo>
                  <a:cubicBezTo>
                    <a:pt x="1290935" y="349616"/>
                    <a:pt x="1302365" y="383906"/>
                    <a:pt x="1313795" y="414386"/>
                  </a:cubicBezTo>
                  <a:cubicBezTo>
                    <a:pt x="1323955" y="441056"/>
                    <a:pt x="1329035" y="456296"/>
                    <a:pt x="1332845" y="491856"/>
                  </a:cubicBezTo>
                  <a:cubicBezTo>
                    <a:pt x="1341735" y="565516"/>
                    <a:pt x="1341735" y="745856"/>
                    <a:pt x="1329035" y="843646"/>
                  </a:cubicBezTo>
                  <a:cubicBezTo>
                    <a:pt x="1320145" y="916036"/>
                    <a:pt x="1303635" y="975726"/>
                    <a:pt x="1283315" y="1027796"/>
                  </a:cubicBezTo>
                  <a:cubicBezTo>
                    <a:pt x="1266805" y="1068436"/>
                    <a:pt x="1237595" y="1096376"/>
                    <a:pt x="1223625" y="1133206"/>
                  </a:cubicBezTo>
                  <a:cubicBezTo>
                    <a:pt x="1210925" y="1168766"/>
                    <a:pt x="1219815" y="1203056"/>
                    <a:pt x="1202035" y="1246236"/>
                  </a:cubicBezTo>
                  <a:cubicBezTo>
                    <a:pt x="1175365" y="1314816"/>
                    <a:pt x="1097895" y="1422766"/>
                    <a:pt x="1040745" y="1492616"/>
                  </a:cubicBezTo>
                  <a:cubicBezTo>
                    <a:pt x="989945" y="1554846"/>
                    <a:pt x="931525" y="1624696"/>
                    <a:pt x="881995" y="1652636"/>
                  </a:cubicBezTo>
                  <a:cubicBezTo>
                    <a:pt x="848975" y="1670416"/>
                    <a:pt x="818495" y="1671686"/>
                    <a:pt x="788015" y="1671686"/>
                  </a:cubicBezTo>
                  <a:cubicBezTo>
                    <a:pt x="757535" y="1672956"/>
                    <a:pt x="730865" y="1667876"/>
                    <a:pt x="697845" y="1655176"/>
                  </a:cubicBezTo>
                  <a:cubicBezTo>
                    <a:pt x="649585" y="1637396"/>
                    <a:pt x="597515" y="1600566"/>
                    <a:pt x="534015" y="1557386"/>
                  </a:cubicBezTo>
                  <a:cubicBezTo>
                    <a:pt x="437495" y="1492616"/>
                    <a:pt x="271125" y="1366886"/>
                    <a:pt x="187305" y="1294496"/>
                  </a:cubicBezTo>
                  <a:cubicBezTo>
                    <a:pt x="133965" y="1248776"/>
                    <a:pt x="94595" y="1224646"/>
                    <a:pt x="65385" y="1173846"/>
                  </a:cubicBezTo>
                  <a:cubicBezTo>
                    <a:pt x="29825" y="1116696"/>
                    <a:pt x="9505" y="1017636"/>
                    <a:pt x="1885" y="960486"/>
                  </a:cubicBezTo>
                  <a:cubicBezTo>
                    <a:pt x="-1925" y="923656"/>
                    <a:pt x="615" y="904606"/>
                    <a:pt x="4425" y="867776"/>
                  </a:cubicBezTo>
                  <a:cubicBezTo>
                    <a:pt x="10775" y="813166"/>
                    <a:pt x="18395" y="740776"/>
                    <a:pt x="42525" y="669656"/>
                  </a:cubicBezTo>
                  <a:cubicBezTo>
                    <a:pt x="73005" y="575676"/>
                    <a:pt x="142855" y="422006"/>
                    <a:pt x="192385" y="357236"/>
                  </a:cubicBezTo>
                  <a:cubicBezTo>
                    <a:pt x="220325" y="320406"/>
                    <a:pt x="243185" y="302626"/>
                    <a:pt x="276205" y="283576"/>
                  </a:cubicBezTo>
                  <a:cubicBezTo>
                    <a:pt x="309225" y="263256"/>
                    <a:pt x="347325" y="250556"/>
                    <a:pt x="389235" y="240396"/>
                  </a:cubicBezTo>
                  <a:cubicBezTo>
                    <a:pt x="440035" y="227696"/>
                    <a:pt x="502265" y="223886"/>
                    <a:pt x="560685" y="221346"/>
                  </a:cubicBezTo>
                  <a:cubicBezTo>
                    <a:pt x="621645" y="218806"/>
                    <a:pt x="710545" y="209916"/>
                    <a:pt x="751185" y="223886"/>
                  </a:cubicBezTo>
                  <a:cubicBezTo>
                    <a:pt x="772775" y="230236"/>
                    <a:pt x="786745" y="240396"/>
                    <a:pt x="796905" y="254366"/>
                  </a:cubicBezTo>
                  <a:cubicBezTo>
                    <a:pt x="807065" y="269606"/>
                    <a:pt x="812145" y="291196"/>
                    <a:pt x="809605" y="308976"/>
                  </a:cubicBezTo>
                  <a:cubicBezTo>
                    <a:pt x="808335" y="325486"/>
                    <a:pt x="796905" y="347076"/>
                    <a:pt x="784205" y="358506"/>
                  </a:cubicBezTo>
                  <a:cubicBezTo>
                    <a:pt x="771505" y="369936"/>
                    <a:pt x="732135" y="377556"/>
                    <a:pt x="732135" y="377556"/>
                  </a:cubicBezTo>
                </a:path>
              </a:pathLst>
            </a:custGeom>
            <a:solidFill>
              <a:srgbClr val="E7191F"/>
            </a:solidFill>
            <a:ln cap="sq">
              <a:noFill/>
              <a:prstDash val="solid"/>
              <a:miter/>
            </a:ln>
          </p:spPr>
          <p:txBody>
            <a:bodyPr/>
            <a:lstStyle/>
            <a:p>
              <a:endParaRPr lang="en-GB"/>
            </a:p>
          </p:txBody>
        </p:sp>
      </p:grpSp>
      <p:grpSp>
        <p:nvGrpSpPr>
          <p:cNvPr id="6" name="Group 6"/>
          <p:cNvGrpSpPr/>
          <p:nvPr/>
        </p:nvGrpSpPr>
        <p:grpSpPr>
          <a:xfrm>
            <a:off x="2982278" y="3161348"/>
            <a:ext cx="1719262" cy="739140"/>
            <a:chOff x="0" y="0"/>
            <a:chExt cx="2292350" cy="985520"/>
          </a:xfrm>
        </p:grpSpPr>
        <p:sp>
          <p:nvSpPr>
            <p:cNvPr id="7" name="Freeform 7"/>
            <p:cNvSpPr/>
            <p:nvPr/>
          </p:nvSpPr>
          <p:spPr>
            <a:xfrm>
              <a:off x="46990" y="50721"/>
              <a:ext cx="2194753" cy="884011"/>
            </a:xfrm>
            <a:custGeom>
              <a:avLst/>
              <a:gdLst/>
              <a:ahLst/>
              <a:cxnLst/>
              <a:rect l="l" t="t" r="r" b="b"/>
              <a:pathLst>
                <a:path w="2194753" h="884011">
                  <a:moveTo>
                    <a:pt x="95250" y="79"/>
                  </a:moveTo>
                  <a:cubicBezTo>
                    <a:pt x="657860" y="157559"/>
                    <a:pt x="694690" y="149939"/>
                    <a:pt x="783590" y="179149"/>
                  </a:cubicBezTo>
                  <a:cubicBezTo>
                    <a:pt x="953770" y="235029"/>
                    <a:pt x="1297940" y="428069"/>
                    <a:pt x="1496060" y="513159"/>
                  </a:cubicBezTo>
                  <a:cubicBezTo>
                    <a:pt x="1634490" y="572849"/>
                    <a:pt x="1755140" y="621109"/>
                    <a:pt x="1855470" y="654129"/>
                  </a:cubicBezTo>
                  <a:cubicBezTo>
                    <a:pt x="1926590" y="676989"/>
                    <a:pt x="1991360" y="684609"/>
                    <a:pt x="2039620" y="702389"/>
                  </a:cubicBezTo>
                  <a:cubicBezTo>
                    <a:pt x="2073910" y="715089"/>
                    <a:pt x="2112010" y="749379"/>
                    <a:pt x="2122170" y="744299"/>
                  </a:cubicBezTo>
                  <a:cubicBezTo>
                    <a:pt x="2125980" y="741759"/>
                    <a:pt x="2122170" y="729059"/>
                    <a:pt x="2125980" y="726519"/>
                  </a:cubicBezTo>
                  <a:cubicBezTo>
                    <a:pt x="2129790" y="723979"/>
                    <a:pt x="2141220" y="729059"/>
                    <a:pt x="2150110" y="734139"/>
                  </a:cubicBezTo>
                  <a:cubicBezTo>
                    <a:pt x="2161540" y="740489"/>
                    <a:pt x="2179320" y="755729"/>
                    <a:pt x="2185670" y="769699"/>
                  </a:cubicBezTo>
                  <a:cubicBezTo>
                    <a:pt x="2193290" y="783669"/>
                    <a:pt x="2195830" y="803989"/>
                    <a:pt x="2193290" y="819229"/>
                  </a:cubicBezTo>
                  <a:cubicBezTo>
                    <a:pt x="2190750" y="834469"/>
                    <a:pt x="2181860" y="853519"/>
                    <a:pt x="2169160" y="863679"/>
                  </a:cubicBezTo>
                  <a:cubicBezTo>
                    <a:pt x="2152650" y="876379"/>
                    <a:pt x="2117090" y="885269"/>
                    <a:pt x="2096770" y="881459"/>
                  </a:cubicBezTo>
                  <a:cubicBezTo>
                    <a:pt x="2080260" y="878919"/>
                    <a:pt x="2063750" y="868759"/>
                    <a:pt x="2054860" y="854789"/>
                  </a:cubicBezTo>
                  <a:cubicBezTo>
                    <a:pt x="2043430" y="838279"/>
                    <a:pt x="2035810" y="802719"/>
                    <a:pt x="2039620" y="782399"/>
                  </a:cubicBezTo>
                  <a:cubicBezTo>
                    <a:pt x="2043430" y="765889"/>
                    <a:pt x="2054860" y="750649"/>
                    <a:pt x="2068830" y="741759"/>
                  </a:cubicBezTo>
                  <a:cubicBezTo>
                    <a:pt x="2086610" y="730329"/>
                    <a:pt x="2122170" y="725249"/>
                    <a:pt x="2142490" y="730329"/>
                  </a:cubicBezTo>
                  <a:cubicBezTo>
                    <a:pt x="2159000" y="735409"/>
                    <a:pt x="2172970" y="748109"/>
                    <a:pt x="2181860" y="762079"/>
                  </a:cubicBezTo>
                  <a:cubicBezTo>
                    <a:pt x="2190750" y="774779"/>
                    <a:pt x="2195830" y="795099"/>
                    <a:pt x="2194560" y="810339"/>
                  </a:cubicBezTo>
                  <a:cubicBezTo>
                    <a:pt x="2193290" y="826849"/>
                    <a:pt x="2186940" y="845899"/>
                    <a:pt x="2174240" y="857329"/>
                  </a:cubicBezTo>
                  <a:cubicBezTo>
                    <a:pt x="2160270" y="871299"/>
                    <a:pt x="2139950" y="882729"/>
                    <a:pt x="2105660" y="883999"/>
                  </a:cubicBezTo>
                  <a:cubicBezTo>
                    <a:pt x="2015490" y="885269"/>
                    <a:pt x="1789430" y="783669"/>
                    <a:pt x="1610360" y="716359"/>
                  </a:cubicBezTo>
                  <a:cubicBezTo>
                    <a:pt x="1395730" y="633809"/>
                    <a:pt x="1061720" y="487759"/>
                    <a:pt x="908050" y="416639"/>
                  </a:cubicBezTo>
                  <a:cubicBezTo>
                    <a:pt x="831850" y="381079"/>
                    <a:pt x="800100" y="351869"/>
                    <a:pt x="739140" y="330279"/>
                  </a:cubicBezTo>
                  <a:cubicBezTo>
                    <a:pt x="671830" y="307419"/>
                    <a:pt x="608330" y="304879"/>
                    <a:pt x="523240" y="283289"/>
                  </a:cubicBezTo>
                  <a:cubicBezTo>
                    <a:pt x="393700" y="250269"/>
                    <a:pt x="107950" y="186769"/>
                    <a:pt x="40640" y="143589"/>
                  </a:cubicBezTo>
                  <a:cubicBezTo>
                    <a:pt x="17780" y="129619"/>
                    <a:pt x="10160" y="118189"/>
                    <a:pt x="3810" y="102949"/>
                  </a:cubicBezTo>
                  <a:cubicBezTo>
                    <a:pt x="-1270" y="86439"/>
                    <a:pt x="-1270" y="63579"/>
                    <a:pt x="3810" y="48339"/>
                  </a:cubicBezTo>
                  <a:cubicBezTo>
                    <a:pt x="10160" y="31829"/>
                    <a:pt x="25400" y="15319"/>
                    <a:pt x="40640" y="6429"/>
                  </a:cubicBezTo>
                  <a:cubicBezTo>
                    <a:pt x="55880" y="-1191"/>
                    <a:pt x="95250" y="79"/>
                    <a:pt x="95250" y="79"/>
                  </a:cubicBezTo>
                </a:path>
              </a:pathLst>
            </a:custGeom>
            <a:solidFill>
              <a:srgbClr val="E7191F"/>
            </a:solidFill>
            <a:ln cap="sq">
              <a:noFill/>
              <a:prstDash val="solid"/>
              <a:miter/>
            </a:ln>
          </p:spPr>
          <p:txBody>
            <a:bodyPr/>
            <a:lstStyle/>
            <a:p>
              <a:endParaRPr lang="en-GB"/>
            </a:p>
          </p:txBody>
        </p:sp>
      </p:grpSp>
      <p:grpSp>
        <p:nvGrpSpPr>
          <p:cNvPr id="8" name="Group 8"/>
          <p:cNvGrpSpPr/>
          <p:nvPr/>
        </p:nvGrpSpPr>
        <p:grpSpPr>
          <a:xfrm>
            <a:off x="3845242" y="3208972"/>
            <a:ext cx="1210627" cy="887730"/>
            <a:chOff x="0" y="0"/>
            <a:chExt cx="1614170" cy="1183640"/>
          </a:xfrm>
        </p:grpSpPr>
        <p:sp>
          <p:nvSpPr>
            <p:cNvPr id="9" name="Freeform 9"/>
            <p:cNvSpPr/>
            <p:nvPr/>
          </p:nvSpPr>
          <p:spPr>
            <a:xfrm>
              <a:off x="50240" y="50735"/>
              <a:ext cx="1518448" cy="1080867"/>
            </a:xfrm>
            <a:custGeom>
              <a:avLst/>
              <a:gdLst/>
              <a:ahLst/>
              <a:cxnLst/>
              <a:rect l="l" t="t" r="r" b="b"/>
              <a:pathLst>
                <a:path w="1518448" h="1080867">
                  <a:moveTo>
                    <a:pt x="859080" y="16575"/>
                  </a:moveTo>
                  <a:cubicBezTo>
                    <a:pt x="1205790" y="325185"/>
                    <a:pt x="1278180" y="442025"/>
                    <a:pt x="1317550" y="499175"/>
                  </a:cubicBezTo>
                  <a:cubicBezTo>
                    <a:pt x="1337870" y="528385"/>
                    <a:pt x="1342950" y="533465"/>
                    <a:pt x="1359460" y="565215"/>
                  </a:cubicBezTo>
                  <a:cubicBezTo>
                    <a:pt x="1393750" y="631255"/>
                    <a:pt x="1459790" y="844615"/>
                    <a:pt x="1489000" y="887795"/>
                  </a:cubicBezTo>
                  <a:cubicBezTo>
                    <a:pt x="1497890" y="901765"/>
                    <a:pt x="1508050" y="900495"/>
                    <a:pt x="1511860" y="910655"/>
                  </a:cubicBezTo>
                  <a:cubicBezTo>
                    <a:pt x="1518210" y="927165"/>
                    <a:pt x="1515670" y="965265"/>
                    <a:pt x="1505510" y="983045"/>
                  </a:cubicBezTo>
                  <a:cubicBezTo>
                    <a:pt x="1496620" y="998285"/>
                    <a:pt x="1476300" y="1010985"/>
                    <a:pt x="1461060" y="1016065"/>
                  </a:cubicBezTo>
                  <a:cubicBezTo>
                    <a:pt x="1448360" y="1019875"/>
                    <a:pt x="1436930" y="1022415"/>
                    <a:pt x="1424230" y="1017335"/>
                  </a:cubicBezTo>
                  <a:cubicBezTo>
                    <a:pt x="1406450" y="1010985"/>
                    <a:pt x="1365810" y="974155"/>
                    <a:pt x="1368350" y="971615"/>
                  </a:cubicBezTo>
                  <a:cubicBezTo>
                    <a:pt x="1369620" y="969075"/>
                    <a:pt x="1462330" y="1007175"/>
                    <a:pt x="1461060" y="1018605"/>
                  </a:cubicBezTo>
                  <a:cubicBezTo>
                    <a:pt x="1458520" y="1028765"/>
                    <a:pt x="1407720" y="1031305"/>
                    <a:pt x="1353110" y="1035115"/>
                  </a:cubicBezTo>
                  <a:cubicBezTo>
                    <a:pt x="1186740" y="1047815"/>
                    <a:pt x="560630" y="1014795"/>
                    <a:pt x="337110" y="1035115"/>
                  </a:cubicBezTo>
                  <a:cubicBezTo>
                    <a:pt x="225350" y="1045275"/>
                    <a:pt x="140260" y="1082105"/>
                    <a:pt x="88190" y="1080835"/>
                  </a:cubicBezTo>
                  <a:cubicBezTo>
                    <a:pt x="65330" y="1079565"/>
                    <a:pt x="52630" y="1078295"/>
                    <a:pt x="38660" y="1068135"/>
                  </a:cubicBezTo>
                  <a:cubicBezTo>
                    <a:pt x="20880" y="1055435"/>
                    <a:pt x="3100" y="1022415"/>
                    <a:pt x="560" y="1002095"/>
                  </a:cubicBezTo>
                  <a:cubicBezTo>
                    <a:pt x="-1980" y="984315"/>
                    <a:pt x="4370" y="965265"/>
                    <a:pt x="14530" y="952565"/>
                  </a:cubicBezTo>
                  <a:cubicBezTo>
                    <a:pt x="28500" y="936055"/>
                    <a:pt x="60250" y="917005"/>
                    <a:pt x="83110" y="918275"/>
                  </a:cubicBezTo>
                  <a:cubicBezTo>
                    <a:pt x="105970" y="918275"/>
                    <a:pt x="137720" y="936055"/>
                    <a:pt x="150420" y="955105"/>
                  </a:cubicBezTo>
                  <a:cubicBezTo>
                    <a:pt x="161850" y="974155"/>
                    <a:pt x="165660" y="1009715"/>
                    <a:pt x="156770" y="1031305"/>
                  </a:cubicBezTo>
                  <a:cubicBezTo>
                    <a:pt x="147880" y="1051625"/>
                    <a:pt x="119940" y="1074485"/>
                    <a:pt x="97080" y="1079565"/>
                  </a:cubicBezTo>
                  <a:cubicBezTo>
                    <a:pt x="75490" y="1083375"/>
                    <a:pt x="39930" y="1073215"/>
                    <a:pt x="24690" y="1056705"/>
                  </a:cubicBezTo>
                  <a:cubicBezTo>
                    <a:pt x="8180" y="1041465"/>
                    <a:pt x="-3250" y="1005905"/>
                    <a:pt x="1830" y="984315"/>
                  </a:cubicBezTo>
                  <a:cubicBezTo>
                    <a:pt x="5640" y="962725"/>
                    <a:pt x="22150" y="939865"/>
                    <a:pt x="48820" y="924625"/>
                  </a:cubicBezTo>
                  <a:cubicBezTo>
                    <a:pt x="102160" y="892875"/>
                    <a:pt x="210110" y="887795"/>
                    <a:pt x="337110" y="877635"/>
                  </a:cubicBezTo>
                  <a:cubicBezTo>
                    <a:pt x="577140" y="858585"/>
                    <a:pt x="1208330" y="859855"/>
                    <a:pt x="1387400" y="881445"/>
                  </a:cubicBezTo>
                  <a:cubicBezTo>
                    <a:pt x="1449630" y="889065"/>
                    <a:pt x="1495350" y="887795"/>
                    <a:pt x="1511860" y="910655"/>
                  </a:cubicBezTo>
                  <a:cubicBezTo>
                    <a:pt x="1524560" y="927165"/>
                    <a:pt x="1516940" y="965265"/>
                    <a:pt x="1505510" y="983045"/>
                  </a:cubicBezTo>
                  <a:cubicBezTo>
                    <a:pt x="1494080" y="1000825"/>
                    <a:pt x="1463600" y="1018605"/>
                    <a:pt x="1443280" y="1018605"/>
                  </a:cubicBezTo>
                  <a:cubicBezTo>
                    <a:pt x="1421690" y="1019875"/>
                    <a:pt x="1396290" y="1004635"/>
                    <a:pt x="1377240" y="988125"/>
                  </a:cubicBezTo>
                  <a:cubicBezTo>
                    <a:pt x="1355650" y="966535"/>
                    <a:pt x="1339140" y="929705"/>
                    <a:pt x="1325170" y="896685"/>
                  </a:cubicBezTo>
                  <a:cubicBezTo>
                    <a:pt x="1311200" y="861125"/>
                    <a:pt x="1316280" y="826835"/>
                    <a:pt x="1298500" y="782385"/>
                  </a:cubicBezTo>
                  <a:cubicBezTo>
                    <a:pt x="1270560" y="709995"/>
                    <a:pt x="1204520" y="598235"/>
                    <a:pt x="1149910" y="518225"/>
                  </a:cubicBezTo>
                  <a:cubicBezTo>
                    <a:pt x="1099110" y="443295"/>
                    <a:pt x="1045770" y="378525"/>
                    <a:pt x="982270" y="315025"/>
                  </a:cubicBezTo>
                  <a:cubicBezTo>
                    <a:pt x="913690" y="246445"/>
                    <a:pt x="782880" y="170245"/>
                    <a:pt x="751130" y="123255"/>
                  </a:cubicBezTo>
                  <a:cubicBezTo>
                    <a:pt x="737160" y="102935"/>
                    <a:pt x="733350" y="87695"/>
                    <a:pt x="734620" y="71185"/>
                  </a:cubicBezTo>
                  <a:cubicBezTo>
                    <a:pt x="735890" y="53405"/>
                    <a:pt x="746050" y="33085"/>
                    <a:pt x="757480" y="21655"/>
                  </a:cubicBezTo>
                  <a:cubicBezTo>
                    <a:pt x="770180" y="10225"/>
                    <a:pt x="790500" y="65"/>
                    <a:pt x="807010" y="65"/>
                  </a:cubicBezTo>
                  <a:cubicBezTo>
                    <a:pt x="824790" y="-1205"/>
                    <a:pt x="859080" y="16575"/>
                    <a:pt x="859080" y="16575"/>
                  </a:cubicBezTo>
                </a:path>
              </a:pathLst>
            </a:custGeom>
            <a:solidFill>
              <a:srgbClr val="E7191F"/>
            </a:solidFill>
            <a:ln cap="sq">
              <a:noFill/>
              <a:prstDash val="solid"/>
              <a:miter/>
            </a:ln>
          </p:spPr>
          <p:txBody>
            <a:bodyPr/>
            <a:lstStyle/>
            <a:p>
              <a:endParaRPr lang="en-GB"/>
            </a:p>
          </p:txBody>
        </p:sp>
      </p:grpSp>
      <p:sp>
        <p:nvSpPr>
          <p:cNvPr id="10" name="TextBox 10"/>
          <p:cNvSpPr txBox="1"/>
          <p:nvPr/>
        </p:nvSpPr>
        <p:spPr>
          <a:xfrm>
            <a:off x="1236538" y="2013456"/>
            <a:ext cx="2296864" cy="979157"/>
          </a:xfrm>
          <a:prstGeom prst="rect">
            <a:avLst/>
          </a:prstGeom>
        </p:spPr>
        <p:txBody>
          <a:bodyPr lIns="0" tIns="0" rIns="0" bIns="0" rtlCol="0" anchor="t">
            <a:spAutoFit/>
          </a:bodyPr>
          <a:lstStyle/>
          <a:p>
            <a:pPr algn="ctr">
              <a:lnSpc>
                <a:spcPts val="7980"/>
              </a:lnSpc>
              <a:spcBef>
                <a:spcPct val="0"/>
              </a:spcBef>
            </a:pPr>
            <a:r>
              <a:rPr lang="en-US" sz="5700" b="1">
                <a:solidFill>
                  <a:srgbClr val="000000"/>
                </a:solidFill>
                <a:latin typeface="Canva Sans Bold"/>
                <a:ea typeface="Canva Sans Bold"/>
                <a:cs typeface="Canva Sans Bold"/>
                <a:sym typeface="Canva Sans Bold"/>
              </a:rPr>
              <a:t>blocks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914D"/>
        </a:solidFill>
        <a:effectLst/>
      </p:bgPr>
    </p:bg>
    <p:spTree>
      <p:nvGrpSpPr>
        <p:cNvPr id="1" name=""/>
        <p:cNvGrpSpPr/>
        <p:nvPr/>
      </p:nvGrpSpPr>
      <p:grpSpPr>
        <a:xfrm>
          <a:off x="0" y="0"/>
          <a:ext cx="0" cy="0"/>
          <a:chOff x="0" y="0"/>
          <a:chExt cx="0" cy="0"/>
        </a:xfrm>
      </p:grpSpPr>
      <p:sp>
        <p:nvSpPr>
          <p:cNvPr id="2" name="TextBox 2"/>
          <p:cNvSpPr txBox="1"/>
          <p:nvPr/>
        </p:nvSpPr>
        <p:spPr>
          <a:xfrm>
            <a:off x="2384971" y="-58760"/>
            <a:ext cx="13518059" cy="3195319"/>
          </a:xfrm>
          <a:prstGeom prst="rect">
            <a:avLst/>
          </a:prstGeom>
        </p:spPr>
        <p:txBody>
          <a:bodyPr lIns="0" tIns="0" rIns="0" bIns="0" rtlCol="0" anchor="t">
            <a:spAutoFit/>
          </a:bodyPr>
          <a:lstStyle/>
          <a:p>
            <a:pPr algn="ctr">
              <a:lnSpc>
                <a:spcPts val="12880"/>
              </a:lnSpc>
            </a:pPr>
            <a:r>
              <a:rPr lang="en-US" sz="6600" b="1" dirty="0">
                <a:solidFill>
                  <a:srgbClr val="000000"/>
                </a:solidFill>
                <a:latin typeface="Canva Sans Bold"/>
                <a:ea typeface="Canva Sans Bold"/>
                <a:cs typeface="Canva Sans Bold"/>
                <a:sym typeface="Canva Sans Bold"/>
              </a:rPr>
              <a:t>Replacement Algorithm</a:t>
            </a:r>
          </a:p>
          <a:p>
            <a:pPr algn="ctr">
              <a:lnSpc>
                <a:spcPts val="12880"/>
              </a:lnSpc>
            </a:pPr>
            <a:r>
              <a:rPr lang="en-US" sz="6600" b="1" dirty="0">
                <a:solidFill>
                  <a:srgbClr val="000000"/>
                </a:solidFill>
                <a:latin typeface="Canva Sans Bold"/>
                <a:ea typeface="Canva Sans Bold"/>
                <a:cs typeface="Canva Sans Bold"/>
                <a:sym typeface="Canva Sans Bold"/>
              </a:rPr>
              <a:t>(FIFO)</a:t>
            </a:r>
          </a:p>
        </p:txBody>
      </p:sp>
      <p:sp>
        <p:nvSpPr>
          <p:cNvPr id="3" name="TextBox 3"/>
          <p:cNvSpPr txBox="1"/>
          <p:nvPr/>
        </p:nvSpPr>
        <p:spPr>
          <a:xfrm>
            <a:off x="657915" y="4341178"/>
            <a:ext cx="17630085" cy="90359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Canva Sans Bold"/>
                <a:ea typeface="Canva Sans Bold"/>
                <a:cs typeface="Canva Sans Bold"/>
                <a:sym typeface="Canva Sans Bold"/>
              </a:rPr>
              <a:t>7  0  1     2  0  3  0  4  2  3  0  3  2  1  2  0  1  7  0  1</a:t>
            </a:r>
          </a:p>
        </p:txBody>
      </p:sp>
      <p:grpSp>
        <p:nvGrpSpPr>
          <p:cNvPr id="4" name="Group 4"/>
          <p:cNvGrpSpPr/>
          <p:nvPr/>
        </p:nvGrpSpPr>
        <p:grpSpPr>
          <a:xfrm>
            <a:off x="189548" y="3515678"/>
            <a:ext cx="1207770" cy="3207067"/>
            <a:chOff x="0" y="0"/>
            <a:chExt cx="1610360" cy="4276090"/>
          </a:xfrm>
        </p:grpSpPr>
        <p:sp>
          <p:nvSpPr>
            <p:cNvPr id="5" name="Freeform 5"/>
            <p:cNvSpPr/>
            <p:nvPr/>
          </p:nvSpPr>
          <p:spPr>
            <a:xfrm>
              <a:off x="48585" y="48157"/>
              <a:ext cx="1514110" cy="4178261"/>
            </a:xfrm>
            <a:custGeom>
              <a:avLst/>
              <a:gdLst/>
              <a:ahLst/>
              <a:cxnLst/>
              <a:rect l="l" t="t" r="r" b="b"/>
              <a:pathLst>
                <a:path w="1514110" h="4178261">
                  <a:moveTo>
                    <a:pt x="1475415" y="144883"/>
                  </a:moveTo>
                  <a:cubicBezTo>
                    <a:pt x="1310315" y="246483"/>
                    <a:pt x="1145215" y="374753"/>
                    <a:pt x="1048695" y="473813"/>
                  </a:cubicBezTo>
                  <a:cubicBezTo>
                    <a:pt x="962335" y="562713"/>
                    <a:pt x="901375" y="655423"/>
                    <a:pt x="831525" y="754483"/>
                  </a:cubicBezTo>
                  <a:cubicBezTo>
                    <a:pt x="757865" y="858623"/>
                    <a:pt x="676585" y="986893"/>
                    <a:pt x="621975" y="1083413"/>
                  </a:cubicBezTo>
                  <a:cubicBezTo>
                    <a:pt x="580065" y="1154533"/>
                    <a:pt x="552125" y="1206603"/>
                    <a:pt x="521645" y="1273913"/>
                  </a:cubicBezTo>
                  <a:cubicBezTo>
                    <a:pt x="488625" y="1345033"/>
                    <a:pt x="467035" y="1407263"/>
                    <a:pt x="434015" y="1499973"/>
                  </a:cubicBezTo>
                  <a:cubicBezTo>
                    <a:pt x="384485" y="1643483"/>
                    <a:pt x="301935" y="1889863"/>
                    <a:pt x="260025" y="2049883"/>
                  </a:cubicBezTo>
                  <a:cubicBezTo>
                    <a:pt x="227005" y="2173073"/>
                    <a:pt x="206685" y="2281023"/>
                    <a:pt x="191445" y="2377543"/>
                  </a:cubicBezTo>
                  <a:cubicBezTo>
                    <a:pt x="178745" y="2453743"/>
                    <a:pt x="173665" y="2509623"/>
                    <a:pt x="169855" y="2583283"/>
                  </a:cubicBezTo>
                  <a:cubicBezTo>
                    <a:pt x="164775" y="2667103"/>
                    <a:pt x="155885" y="2771243"/>
                    <a:pt x="167315" y="2853793"/>
                  </a:cubicBezTo>
                  <a:cubicBezTo>
                    <a:pt x="177475" y="2926183"/>
                    <a:pt x="215575" y="2996033"/>
                    <a:pt x="225735" y="3050643"/>
                  </a:cubicBezTo>
                  <a:cubicBezTo>
                    <a:pt x="232085" y="3090013"/>
                    <a:pt x="224465" y="3119223"/>
                    <a:pt x="230815" y="3153513"/>
                  </a:cubicBezTo>
                  <a:cubicBezTo>
                    <a:pt x="238435" y="3192883"/>
                    <a:pt x="249865" y="3224633"/>
                    <a:pt x="267645" y="3272893"/>
                  </a:cubicBezTo>
                  <a:cubicBezTo>
                    <a:pt x="298125" y="3350363"/>
                    <a:pt x="354005" y="3483713"/>
                    <a:pt x="406075" y="3568803"/>
                  </a:cubicBezTo>
                  <a:cubicBezTo>
                    <a:pt x="451795" y="3642463"/>
                    <a:pt x="515295" y="3714853"/>
                    <a:pt x="559745" y="3759303"/>
                  </a:cubicBezTo>
                  <a:cubicBezTo>
                    <a:pt x="586415" y="3787243"/>
                    <a:pt x="613085" y="3799943"/>
                    <a:pt x="633405" y="3821533"/>
                  </a:cubicBezTo>
                  <a:cubicBezTo>
                    <a:pt x="652455" y="3841853"/>
                    <a:pt x="658805" y="3873603"/>
                    <a:pt x="681665" y="3885033"/>
                  </a:cubicBezTo>
                  <a:cubicBezTo>
                    <a:pt x="709605" y="3897733"/>
                    <a:pt x="761675" y="3876143"/>
                    <a:pt x="797235" y="3881223"/>
                  </a:cubicBezTo>
                  <a:cubicBezTo>
                    <a:pt x="830255" y="3886303"/>
                    <a:pt x="853115" y="3902813"/>
                    <a:pt x="889945" y="3911703"/>
                  </a:cubicBezTo>
                  <a:cubicBezTo>
                    <a:pt x="945825" y="3924403"/>
                    <a:pt x="1025835" y="3926943"/>
                    <a:pt x="1099495" y="3943453"/>
                  </a:cubicBezTo>
                  <a:cubicBezTo>
                    <a:pt x="1184585" y="3963773"/>
                    <a:pt x="1328095" y="3995523"/>
                    <a:pt x="1368735" y="4029813"/>
                  </a:cubicBezTo>
                  <a:cubicBezTo>
                    <a:pt x="1386515" y="4045053"/>
                    <a:pt x="1391595" y="4061563"/>
                    <a:pt x="1394135" y="4078073"/>
                  </a:cubicBezTo>
                  <a:cubicBezTo>
                    <a:pt x="1396675" y="4095853"/>
                    <a:pt x="1394135" y="4117443"/>
                    <a:pt x="1385245" y="4132683"/>
                  </a:cubicBezTo>
                  <a:cubicBezTo>
                    <a:pt x="1372545" y="4151733"/>
                    <a:pt x="1339525" y="4173323"/>
                    <a:pt x="1316665" y="4177133"/>
                  </a:cubicBezTo>
                  <a:cubicBezTo>
                    <a:pt x="1298885" y="4180943"/>
                    <a:pt x="1278565" y="4174593"/>
                    <a:pt x="1263325" y="4165703"/>
                  </a:cubicBezTo>
                  <a:cubicBezTo>
                    <a:pt x="1248085" y="4156813"/>
                    <a:pt x="1232845" y="4140303"/>
                    <a:pt x="1227765" y="4122523"/>
                  </a:cubicBezTo>
                  <a:cubicBezTo>
                    <a:pt x="1221415" y="4100933"/>
                    <a:pt x="1223955" y="4061563"/>
                    <a:pt x="1237925" y="4042513"/>
                  </a:cubicBezTo>
                  <a:cubicBezTo>
                    <a:pt x="1250625" y="4023463"/>
                    <a:pt x="1287455" y="4006953"/>
                    <a:pt x="1309045" y="4005683"/>
                  </a:cubicBezTo>
                  <a:cubicBezTo>
                    <a:pt x="1328095" y="4004413"/>
                    <a:pt x="1348415" y="4010763"/>
                    <a:pt x="1361115" y="4023463"/>
                  </a:cubicBezTo>
                  <a:cubicBezTo>
                    <a:pt x="1377625" y="4038703"/>
                    <a:pt x="1396675" y="4072993"/>
                    <a:pt x="1395405" y="4097123"/>
                  </a:cubicBezTo>
                  <a:cubicBezTo>
                    <a:pt x="1392865" y="4121253"/>
                    <a:pt x="1371275" y="4153003"/>
                    <a:pt x="1352225" y="4165703"/>
                  </a:cubicBezTo>
                  <a:cubicBezTo>
                    <a:pt x="1336985" y="4177133"/>
                    <a:pt x="1324285" y="4178403"/>
                    <a:pt x="1298885" y="4177133"/>
                  </a:cubicBezTo>
                  <a:cubicBezTo>
                    <a:pt x="1237925" y="4175863"/>
                    <a:pt x="1065205" y="4102203"/>
                    <a:pt x="991545" y="4090773"/>
                  </a:cubicBezTo>
                  <a:cubicBezTo>
                    <a:pt x="952175" y="4085693"/>
                    <a:pt x="938205" y="4094583"/>
                    <a:pt x="897565" y="4088233"/>
                  </a:cubicBezTo>
                  <a:cubicBezTo>
                    <a:pt x="825175" y="4078073"/>
                    <a:pt x="674045" y="4052673"/>
                    <a:pt x="592765" y="4006953"/>
                  </a:cubicBezTo>
                  <a:cubicBezTo>
                    <a:pt x="524185" y="3967583"/>
                    <a:pt x="478465" y="3901543"/>
                    <a:pt x="428935" y="3849473"/>
                  </a:cubicBezTo>
                  <a:cubicBezTo>
                    <a:pt x="384485" y="3803753"/>
                    <a:pt x="337495" y="3755493"/>
                    <a:pt x="308285" y="3716123"/>
                  </a:cubicBezTo>
                  <a:cubicBezTo>
                    <a:pt x="287965" y="3688183"/>
                    <a:pt x="280345" y="3670403"/>
                    <a:pt x="263835" y="3641193"/>
                  </a:cubicBezTo>
                  <a:cubicBezTo>
                    <a:pt x="239705" y="3599283"/>
                    <a:pt x="209225" y="3542133"/>
                    <a:pt x="183825" y="3486253"/>
                  </a:cubicBezTo>
                  <a:cubicBezTo>
                    <a:pt x="155885" y="3424023"/>
                    <a:pt x="125405" y="3344013"/>
                    <a:pt x="105085" y="3285593"/>
                  </a:cubicBezTo>
                  <a:cubicBezTo>
                    <a:pt x="88575" y="3238603"/>
                    <a:pt x="73335" y="3201773"/>
                    <a:pt x="65715" y="3159863"/>
                  </a:cubicBezTo>
                  <a:cubicBezTo>
                    <a:pt x="58095" y="3120493"/>
                    <a:pt x="68255" y="3078583"/>
                    <a:pt x="59365" y="3043023"/>
                  </a:cubicBezTo>
                  <a:cubicBezTo>
                    <a:pt x="51745" y="3010003"/>
                    <a:pt x="27615" y="2982063"/>
                    <a:pt x="18725" y="2950313"/>
                  </a:cubicBezTo>
                  <a:cubicBezTo>
                    <a:pt x="8565" y="2919833"/>
                    <a:pt x="6025" y="2891893"/>
                    <a:pt x="2215" y="2853793"/>
                  </a:cubicBezTo>
                  <a:cubicBezTo>
                    <a:pt x="-1595" y="2800453"/>
                    <a:pt x="-325" y="2740763"/>
                    <a:pt x="4755" y="2662023"/>
                  </a:cubicBezTo>
                  <a:cubicBezTo>
                    <a:pt x="12375" y="2532483"/>
                    <a:pt x="40315" y="2274673"/>
                    <a:pt x="64445" y="2152753"/>
                  </a:cubicBezTo>
                  <a:cubicBezTo>
                    <a:pt x="78415" y="2081633"/>
                    <a:pt x="89845" y="2058773"/>
                    <a:pt x="110165" y="1987653"/>
                  </a:cubicBezTo>
                  <a:cubicBezTo>
                    <a:pt x="149535" y="1859383"/>
                    <a:pt x="232085" y="1588873"/>
                    <a:pt x="282885" y="1444093"/>
                  </a:cubicBezTo>
                  <a:cubicBezTo>
                    <a:pt x="317175" y="1347573"/>
                    <a:pt x="338765" y="1282803"/>
                    <a:pt x="375595" y="1202793"/>
                  </a:cubicBezTo>
                  <a:cubicBezTo>
                    <a:pt x="412425" y="1122783"/>
                    <a:pt x="453065" y="1054203"/>
                    <a:pt x="505135" y="966573"/>
                  </a:cubicBezTo>
                  <a:cubicBezTo>
                    <a:pt x="573715" y="851003"/>
                    <a:pt x="679125" y="685903"/>
                    <a:pt x="760405" y="576683"/>
                  </a:cubicBezTo>
                  <a:cubicBezTo>
                    <a:pt x="823905" y="490323"/>
                    <a:pt x="872165" y="426823"/>
                    <a:pt x="943285" y="356973"/>
                  </a:cubicBezTo>
                  <a:cubicBezTo>
                    <a:pt x="1019485" y="280773"/>
                    <a:pt x="1122355" y="202033"/>
                    <a:pt x="1206175" y="141073"/>
                  </a:cubicBezTo>
                  <a:cubicBezTo>
                    <a:pt x="1278565" y="87733"/>
                    <a:pt x="1367465" y="15343"/>
                    <a:pt x="1415725" y="2643"/>
                  </a:cubicBezTo>
                  <a:cubicBezTo>
                    <a:pt x="1438585" y="-2437"/>
                    <a:pt x="1455095" y="103"/>
                    <a:pt x="1470335" y="7723"/>
                  </a:cubicBezTo>
                  <a:cubicBezTo>
                    <a:pt x="1486845" y="15343"/>
                    <a:pt x="1502085" y="31853"/>
                    <a:pt x="1508435" y="47093"/>
                  </a:cubicBezTo>
                  <a:cubicBezTo>
                    <a:pt x="1514785" y="63603"/>
                    <a:pt x="1516055" y="86463"/>
                    <a:pt x="1510975" y="102973"/>
                  </a:cubicBezTo>
                  <a:cubicBezTo>
                    <a:pt x="1504625" y="118213"/>
                    <a:pt x="1475415" y="144883"/>
                    <a:pt x="1475415" y="144883"/>
                  </a:cubicBezTo>
                </a:path>
              </a:pathLst>
            </a:custGeom>
            <a:solidFill>
              <a:srgbClr val="E7191F"/>
            </a:solidFill>
            <a:ln cap="sq">
              <a:noFill/>
              <a:prstDash val="solid"/>
              <a:miter/>
            </a:ln>
          </p:spPr>
          <p:txBody>
            <a:bodyPr/>
            <a:lstStyle/>
            <a:p>
              <a:endParaRPr lang="en-GB"/>
            </a:p>
          </p:txBody>
        </p:sp>
      </p:grpSp>
      <p:grpSp>
        <p:nvGrpSpPr>
          <p:cNvPr id="6" name="Group 6"/>
          <p:cNvGrpSpPr/>
          <p:nvPr/>
        </p:nvGrpSpPr>
        <p:grpSpPr>
          <a:xfrm>
            <a:off x="822960" y="6137910"/>
            <a:ext cx="677228" cy="1254442"/>
            <a:chOff x="0" y="0"/>
            <a:chExt cx="902970" cy="1672590"/>
          </a:xfrm>
        </p:grpSpPr>
        <p:sp>
          <p:nvSpPr>
            <p:cNvPr id="7" name="Freeform 7"/>
            <p:cNvSpPr/>
            <p:nvPr/>
          </p:nvSpPr>
          <p:spPr>
            <a:xfrm>
              <a:off x="48001" y="50514"/>
              <a:ext cx="806052" cy="1572059"/>
            </a:xfrm>
            <a:custGeom>
              <a:avLst/>
              <a:gdLst/>
              <a:ahLst/>
              <a:cxnLst/>
              <a:rect l="l" t="t" r="r" b="b"/>
              <a:pathLst>
                <a:path w="806052" h="1572059">
                  <a:moveTo>
                    <a:pt x="313949" y="12986"/>
                  </a:moveTo>
                  <a:cubicBezTo>
                    <a:pt x="536199" y="194596"/>
                    <a:pt x="578109" y="261906"/>
                    <a:pt x="618749" y="325406"/>
                  </a:cubicBezTo>
                  <a:cubicBezTo>
                    <a:pt x="659389" y="387636"/>
                    <a:pt x="707649" y="465106"/>
                    <a:pt x="727969" y="519716"/>
                  </a:cubicBezTo>
                  <a:cubicBezTo>
                    <a:pt x="741939" y="555276"/>
                    <a:pt x="738129" y="584486"/>
                    <a:pt x="749559" y="611156"/>
                  </a:cubicBezTo>
                  <a:cubicBezTo>
                    <a:pt x="760989" y="637826"/>
                    <a:pt x="786389" y="655606"/>
                    <a:pt x="796549" y="682276"/>
                  </a:cubicBezTo>
                  <a:cubicBezTo>
                    <a:pt x="805439" y="710216"/>
                    <a:pt x="809249" y="741966"/>
                    <a:pt x="802899" y="774986"/>
                  </a:cubicBezTo>
                  <a:cubicBezTo>
                    <a:pt x="795279" y="814356"/>
                    <a:pt x="774959" y="853726"/>
                    <a:pt x="743209" y="899446"/>
                  </a:cubicBezTo>
                  <a:cubicBezTo>
                    <a:pt x="692409" y="969296"/>
                    <a:pt x="590809" y="1045496"/>
                    <a:pt x="504449" y="1136936"/>
                  </a:cubicBezTo>
                  <a:cubicBezTo>
                    <a:pt x="392689" y="1253776"/>
                    <a:pt x="200919" y="1496346"/>
                    <a:pt x="134879" y="1547146"/>
                  </a:cubicBezTo>
                  <a:cubicBezTo>
                    <a:pt x="114559" y="1563656"/>
                    <a:pt x="105669" y="1568736"/>
                    <a:pt x="90429" y="1571276"/>
                  </a:cubicBezTo>
                  <a:cubicBezTo>
                    <a:pt x="75189" y="1573816"/>
                    <a:pt x="56139" y="1570006"/>
                    <a:pt x="42169" y="1562386"/>
                  </a:cubicBezTo>
                  <a:cubicBezTo>
                    <a:pt x="28199" y="1556036"/>
                    <a:pt x="14229" y="1542066"/>
                    <a:pt x="7879" y="1526826"/>
                  </a:cubicBezTo>
                  <a:cubicBezTo>
                    <a:pt x="1529" y="1507776"/>
                    <a:pt x="259" y="1473486"/>
                    <a:pt x="11689" y="1454436"/>
                  </a:cubicBezTo>
                  <a:cubicBezTo>
                    <a:pt x="23119" y="1436656"/>
                    <a:pt x="53599" y="1420146"/>
                    <a:pt x="73919" y="1417606"/>
                  </a:cubicBezTo>
                  <a:cubicBezTo>
                    <a:pt x="90429" y="1415066"/>
                    <a:pt x="108209" y="1420146"/>
                    <a:pt x="122179" y="1430306"/>
                  </a:cubicBezTo>
                  <a:cubicBezTo>
                    <a:pt x="137419" y="1443006"/>
                    <a:pt x="153929" y="1474756"/>
                    <a:pt x="155199" y="1495076"/>
                  </a:cubicBezTo>
                  <a:cubicBezTo>
                    <a:pt x="156469" y="1511586"/>
                    <a:pt x="148849" y="1529366"/>
                    <a:pt x="139959" y="1540796"/>
                  </a:cubicBezTo>
                  <a:cubicBezTo>
                    <a:pt x="129799" y="1553496"/>
                    <a:pt x="115829" y="1566196"/>
                    <a:pt x="99319" y="1568736"/>
                  </a:cubicBezTo>
                  <a:cubicBezTo>
                    <a:pt x="78999" y="1572546"/>
                    <a:pt x="44709" y="1564926"/>
                    <a:pt x="28199" y="1553496"/>
                  </a:cubicBezTo>
                  <a:cubicBezTo>
                    <a:pt x="14229" y="1543336"/>
                    <a:pt x="5339" y="1526826"/>
                    <a:pt x="2799" y="1511586"/>
                  </a:cubicBezTo>
                  <a:cubicBezTo>
                    <a:pt x="-1011" y="1496346"/>
                    <a:pt x="-2281" y="1484916"/>
                    <a:pt x="7879" y="1462056"/>
                  </a:cubicBezTo>
                  <a:cubicBezTo>
                    <a:pt x="47249" y="1371886"/>
                    <a:pt x="420629" y="980726"/>
                    <a:pt x="515879" y="884206"/>
                  </a:cubicBezTo>
                  <a:cubicBezTo>
                    <a:pt x="551439" y="849916"/>
                    <a:pt x="570489" y="843566"/>
                    <a:pt x="590809" y="818166"/>
                  </a:cubicBezTo>
                  <a:cubicBezTo>
                    <a:pt x="612399" y="792766"/>
                    <a:pt x="642879" y="771176"/>
                    <a:pt x="645419" y="733076"/>
                  </a:cubicBezTo>
                  <a:cubicBezTo>
                    <a:pt x="647959" y="660686"/>
                    <a:pt x="534929" y="496856"/>
                    <a:pt x="485399" y="410496"/>
                  </a:cubicBezTo>
                  <a:cubicBezTo>
                    <a:pt x="448569" y="348266"/>
                    <a:pt x="424439" y="303816"/>
                    <a:pt x="379989" y="256826"/>
                  </a:cubicBezTo>
                  <a:cubicBezTo>
                    <a:pt x="331729" y="204756"/>
                    <a:pt x="226319" y="155226"/>
                    <a:pt x="203459" y="114586"/>
                  </a:cubicBezTo>
                  <a:cubicBezTo>
                    <a:pt x="192029" y="95536"/>
                    <a:pt x="193299" y="76486"/>
                    <a:pt x="195839" y="59976"/>
                  </a:cubicBezTo>
                  <a:cubicBezTo>
                    <a:pt x="197109" y="47276"/>
                    <a:pt x="203459" y="37116"/>
                    <a:pt x="212349" y="26956"/>
                  </a:cubicBezTo>
                  <a:cubicBezTo>
                    <a:pt x="223779" y="15526"/>
                    <a:pt x="244099" y="2826"/>
                    <a:pt x="260609" y="286"/>
                  </a:cubicBezTo>
                  <a:cubicBezTo>
                    <a:pt x="278389" y="-2254"/>
                    <a:pt x="315219" y="12986"/>
                    <a:pt x="315219" y="12986"/>
                  </a:cubicBezTo>
                </a:path>
              </a:pathLst>
            </a:custGeom>
            <a:solidFill>
              <a:srgbClr val="E7191F"/>
            </a:solidFill>
            <a:ln cap="sq">
              <a:noFill/>
              <a:prstDash val="solid"/>
              <a:miter/>
            </a:ln>
          </p:spPr>
          <p:txBody>
            <a:bodyPr/>
            <a:lstStyle/>
            <a:p>
              <a:endParaRPr lang="en-GB"/>
            </a:p>
          </p:txBody>
        </p:sp>
      </p:grpSp>
      <p:sp>
        <p:nvSpPr>
          <p:cNvPr id="8" name="TextBox 8"/>
          <p:cNvSpPr txBox="1"/>
          <p:nvPr/>
        </p:nvSpPr>
        <p:spPr>
          <a:xfrm>
            <a:off x="1353524" y="2579065"/>
            <a:ext cx="2021830" cy="936612"/>
          </a:xfrm>
          <a:prstGeom prst="rect">
            <a:avLst/>
          </a:prstGeom>
        </p:spPr>
        <p:txBody>
          <a:bodyPr lIns="0" tIns="0" rIns="0" bIns="0" rtlCol="0" anchor="t">
            <a:spAutoFit/>
          </a:bodyPr>
          <a:lstStyle/>
          <a:p>
            <a:pPr algn="ctr">
              <a:lnSpc>
                <a:spcPts val="7700"/>
              </a:lnSpc>
              <a:spcBef>
                <a:spcPct val="0"/>
              </a:spcBef>
            </a:pPr>
            <a:r>
              <a:rPr lang="en-US" sz="5500" b="1">
                <a:solidFill>
                  <a:srgbClr val="000000"/>
                </a:solidFill>
                <a:latin typeface="Canva Sans Bold"/>
                <a:ea typeface="Canva Sans Bold"/>
                <a:cs typeface="Canva Sans Bold"/>
                <a:sym typeface="Canva Sans Bold"/>
              </a:rPr>
              <a:t>cache</a:t>
            </a:r>
          </a:p>
        </p:txBody>
      </p:sp>
      <p:sp>
        <p:nvSpPr>
          <p:cNvPr id="9" name="Freeform 9"/>
          <p:cNvSpPr/>
          <p:nvPr/>
        </p:nvSpPr>
        <p:spPr>
          <a:xfrm>
            <a:off x="2043236" y="5244770"/>
            <a:ext cx="642405" cy="3042952"/>
          </a:xfrm>
          <a:custGeom>
            <a:avLst/>
            <a:gdLst/>
            <a:ahLst/>
            <a:cxnLst/>
            <a:rect l="l" t="t" r="r" b="b"/>
            <a:pathLst>
              <a:path w="642405" h="3042952">
                <a:moveTo>
                  <a:pt x="0" y="0"/>
                </a:moveTo>
                <a:lnTo>
                  <a:pt x="642405" y="0"/>
                </a:lnTo>
                <a:lnTo>
                  <a:pt x="642405" y="3042952"/>
                </a:lnTo>
                <a:lnTo>
                  <a:pt x="0" y="3042952"/>
                </a:lnTo>
                <a:lnTo>
                  <a:pt x="0" y="0"/>
                </a:lnTo>
                <a:close/>
              </a:path>
            </a:pathLst>
          </a:custGeom>
          <a:blipFill>
            <a:blip r:embed="rId2"/>
            <a:stretch>
              <a:fillRect l="-21009" t="-1161" b="-1733"/>
            </a:stretch>
          </a:blipFill>
        </p:spPr>
        <p:txBody>
          <a:bodyPr/>
          <a:lstStyle/>
          <a:p>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914D"/>
        </a:solidFill>
        <a:effectLst/>
      </p:bgPr>
    </p:bg>
    <p:spTree>
      <p:nvGrpSpPr>
        <p:cNvPr id="1" name=""/>
        <p:cNvGrpSpPr/>
        <p:nvPr/>
      </p:nvGrpSpPr>
      <p:grpSpPr>
        <a:xfrm>
          <a:off x="0" y="0"/>
          <a:ext cx="0" cy="0"/>
          <a:chOff x="0" y="0"/>
          <a:chExt cx="0" cy="0"/>
        </a:xfrm>
      </p:grpSpPr>
      <p:sp>
        <p:nvSpPr>
          <p:cNvPr id="2" name="Freeform 2"/>
          <p:cNvSpPr/>
          <p:nvPr/>
        </p:nvSpPr>
        <p:spPr>
          <a:xfrm>
            <a:off x="1916413" y="5397577"/>
            <a:ext cx="642405" cy="3042952"/>
          </a:xfrm>
          <a:custGeom>
            <a:avLst/>
            <a:gdLst/>
            <a:ahLst/>
            <a:cxnLst/>
            <a:rect l="l" t="t" r="r" b="b"/>
            <a:pathLst>
              <a:path w="642405" h="3042952">
                <a:moveTo>
                  <a:pt x="0" y="0"/>
                </a:moveTo>
                <a:lnTo>
                  <a:pt x="642405" y="0"/>
                </a:lnTo>
                <a:lnTo>
                  <a:pt x="642405" y="3042952"/>
                </a:lnTo>
                <a:lnTo>
                  <a:pt x="0" y="3042952"/>
                </a:lnTo>
                <a:lnTo>
                  <a:pt x="0" y="0"/>
                </a:lnTo>
                <a:close/>
              </a:path>
            </a:pathLst>
          </a:custGeom>
          <a:blipFill>
            <a:blip r:embed="rId2"/>
            <a:stretch>
              <a:fillRect l="-21009" t="-1161" b="-1733"/>
            </a:stretch>
          </a:blipFill>
        </p:spPr>
        <p:txBody>
          <a:bodyPr/>
          <a:lstStyle/>
          <a:p>
            <a:endParaRPr lang="en-GB"/>
          </a:p>
        </p:txBody>
      </p:sp>
      <p:sp>
        <p:nvSpPr>
          <p:cNvPr id="3" name="Freeform 3"/>
          <p:cNvSpPr/>
          <p:nvPr/>
        </p:nvSpPr>
        <p:spPr>
          <a:xfrm>
            <a:off x="2746603" y="5397577"/>
            <a:ext cx="628751" cy="3039626"/>
          </a:xfrm>
          <a:custGeom>
            <a:avLst/>
            <a:gdLst/>
            <a:ahLst/>
            <a:cxnLst/>
            <a:rect l="l" t="t" r="r" b="b"/>
            <a:pathLst>
              <a:path w="628751" h="3039626">
                <a:moveTo>
                  <a:pt x="0" y="0"/>
                </a:moveTo>
                <a:lnTo>
                  <a:pt x="628751" y="0"/>
                </a:lnTo>
                <a:lnTo>
                  <a:pt x="628751" y="3039626"/>
                </a:lnTo>
                <a:lnTo>
                  <a:pt x="0" y="3039626"/>
                </a:lnTo>
                <a:lnTo>
                  <a:pt x="0" y="0"/>
                </a:lnTo>
                <a:close/>
              </a:path>
            </a:pathLst>
          </a:custGeom>
          <a:blipFill>
            <a:blip r:embed="rId3"/>
            <a:stretch>
              <a:fillRect l="-16230" t="-3916" r="-16706" b="-1733"/>
            </a:stretch>
          </a:blipFill>
        </p:spPr>
        <p:txBody>
          <a:bodyPr/>
          <a:lstStyle/>
          <a:p>
            <a:endParaRPr lang="en-GB"/>
          </a:p>
        </p:txBody>
      </p:sp>
      <p:sp>
        <p:nvSpPr>
          <p:cNvPr id="4" name="Freeform 4"/>
          <p:cNvSpPr/>
          <p:nvPr/>
        </p:nvSpPr>
        <p:spPr>
          <a:xfrm>
            <a:off x="3577577" y="5397577"/>
            <a:ext cx="667669" cy="3039626"/>
          </a:xfrm>
          <a:custGeom>
            <a:avLst/>
            <a:gdLst/>
            <a:ahLst/>
            <a:cxnLst/>
            <a:rect l="l" t="t" r="r" b="b"/>
            <a:pathLst>
              <a:path w="667669" h="3039626">
                <a:moveTo>
                  <a:pt x="0" y="0"/>
                </a:moveTo>
                <a:lnTo>
                  <a:pt x="667669" y="0"/>
                </a:lnTo>
                <a:lnTo>
                  <a:pt x="667669" y="3039626"/>
                </a:lnTo>
                <a:lnTo>
                  <a:pt x="0" y="3039626"/>
                </a:lnTo>
                <a:lnTo>
                  <a:pt x="0" y="0"/>
                </a:lnTo>
                <a:close/>
              </a:path>
            </a:pathLst>
          </a:custGeom>
          <a:blipFill>
            <a:blip r:embed="rId4"/>
            <a:stretch>
              <a:fillRect l="-17170" b="-4378"/>
            </a:stretch>
          </a:blipFill>
        </p:spPr>
        <p:txBody>
          <a:bodyPr/>
          <a:lstStyle/>
          <a:p>
            <a:endParaRPr lang="en-GB"/>
          </a:p>
        </p:txBody>
      </p:sp>
      <p:sp>
        <p:nvSpPr>
          <p:cNvPr id="5" name="Freeform 5"/>
          <p:cNvSpPr/>
          <p:nvPr/>
        </p:nvSpPr>
        <p:spPr>
          <a:xfrm>
            <a:off x="4660456" y="5397577"/>
            <a:ext cx="586695" cy="3039626"/>
          </a:xfrm>
          <a:custGeom>
            <a:avLst/>
            <a:gdLst/>
            <a:ahLst/>
            <a:cxnLst/>
            <a:rect l="l" t="t" r="r" b="b"/>
            <a:pathLst>
              <a:path w="586695" h="3039626">
                <a:moveTo>
                  <a:pt x="0" y="0"/>
                </a:moveTo>
                <a:lnTo>
                  <a:pt x="586695" y="0"/>
                </a:lnTo>
                <a:lnTo>
                  <a:pt x="586695" y="3039626"/>
                </a:lnTo>
                <a:lnTo>
                  <a:pt x="0" y="3039626"/>
                </a:lnTo>
                <a:lnTo>
                  <a:pt x="0" y="0"/>
                </a:lnTo>
                <a:close/>
              </a:path>
            </a:pathLst>
          </a:custGeom>
          <a:blipFill>
            <a:blip r:embed="rId5"/>
            <a:stretch>
              <a:fillRect l="-23703" t="-3850" r="-17300"/>
            </a:stretch>
          </a:blipFill>
        </p:spPr>
        <p:txBody>
          <a:bodyPr/>
          <a:lstStyle/>
          <a:p>
            <a:endParaRPr lang="en-GB"/>
          </a:p>
        </p:txBody>
      </p:sp>
      <p:sp>
        <p:nvSpPr>
          <p:cNvPr id="6" name="Freeform 6"/>
          <p:cNvSpPr/>
          <p:nvPr/>
        </p:nvSpPr>
        <p:spPr>
          <a:xfrm>
            <a:off x="6210993" y="5359537"/>
            <a:ext cx="666698" cy="3080991"/>
          </a:xfrm>
          <a:custGeom>
            <a:avLst/>
            <a:gdLst/>
            <a:ahLst/>
            <a:cxnLst/>
            <a:rect l="l" t="t" r="r" b="b"/>
            <a:pathLst>
              <a:path w="666698" h="3080991">
                <a:moveTo>
                  <a:pt x="0" y="0"/>
                </a:moveTo>
                <a:lnTo>
                  <a:pt x="666699" y="0"/>
                </a:lnTo>
                <a:lnTo>
                  <a:pt x="666699" y="3080992"/>
                </a:lnTo>
                <a:lnTo>
                  <a:pt x="0" y="3080992"/>
                </a:lnTo>
                <a:lnTo>
                  <a:pt x="0" y="0"/>
                </a:lnTo>
                <a:close/>
              </a:path>
            </a:pathLst>
          </a:custGeom>
          <a:blipFill>
            <a:blip r:embed="rId6"/>
            <a:stretch>
              <a:fillRect l="-19317" t="-3363" r="-8667" b="-3363"/>
            </a:stretch>
          </a:blipFill>
        </p:spPr>
        <p:txBody>
          <a:bodyPr/>
          <a:lstStyle/>
          <a:p>
            <a:endParaRPr lang="en-GB"/>
          </a:p>
        </p:txBody>
      </p:sp>
      <p:sp>
        <p:nvSpPr>
          <p:cNvPr id="7" name="Freeform 7"/>
          <p:cNvSpPr/>
          <p:nvPr/>
        </p:nvSpPr>
        <p:spPr>
          <a:xfrm>
            <a:off x="7068192" y="5397577"/>
            <a:ext cx="617401" cy="3039626"/>
          </a:xfrm>
          <a:custGeom>
            <a:avLst/>
            <a:gdLst/>
            <a:ahLst/>
            <a:cxnLst/>
            <a:rect l="l" t="t" r="r" b="b"/>
            <a:pathLst>
              <a:path w="617401" h="3039626">
                <a:moveTo>
                  <a:pt x="0" y="0"/>
                </a:moveTo>
                <a:lnTo>
                  <a:pt x="617401" y="0"/>
                </a:lnTo>
                <a:lnTo>
                  <a:pt x="617401" y="3039626"/>
                </a:lnTo>
                <a:lnTo>
                  <a:pt x="0" y="3039626"/>
                </a:lnTo>
                <a:lnTo>
                  <a:pt x="0" y="0"/>
                </a:lnTo>
                <a:close/>
              </a:path>
            </a:pathLst>
          </a:custGeom>
          <a:blipFill>
            <a:blip r:embed="rId7"/>
            <a:stretch>
              <a:fillRect l="-19059" t="-5731" r="-19413" b="-4095"/>
            </a:stretch>
          </a:blipFill>
        </p:spPr>
        <p:txBody>
          <a:bodyPr/>
          <a:lstStyle/>
          <a:p>
            <a:endParaRPr lang="en-GB"/>
          </a:p>
        </p:txBody>
      </p:sp>
      <p:sp>
        <p:nvSpPr>
          <p:cNvPr id="8" name="Freeform 8"/>
          <p:cNvSpPr/>
          <p:nvPr/>
        </p:nvSpPr>
        <p:spPr>
          <a:xfrm>
            <a:off x="7876093" y="5397577"/>
            <a:ext cx="613028" cy="3042952"/>
          </a:xfrm>
          <a:custGeom>
            <a:avLst/>
            <a:gdLst/>
            <a:ahLst/>
            <a:cxnLst/>
            <a:rect l="l" t="t" r="r" b="b"/>
            <a:pathLst>
              <a:path w="613028" h="3042952">
                <a:moveTo>
                  <a:pt x="0" y="0"/>
                </a:moveTo>
                <a:lnTo>
                  <a:pt x="613028" y="0"/>
                </a:lnTo>
                <a:lnTo>
                  <a:pt x="613028" y="3042952"/>
                </a:lnTo>
                <a:lnTo>
                  <a:pt x="0" y="3042952"/>
                </a:lnTo>
                <a:lnTo>
                  <a:pt x="0" y="0"/>
                </a:lnTo>
                <a:close/>
              </a:path>
            </a:pathLst>
          </a:custGeom>
          <a:blipFill>
            <a:blip r:embed="rId8"/>
            <a:stretch>
              <a:fillRect l="-16549" t="-4555" r="-26479" b="-4000"/>
            </a:stretch>
          </a:blipFill>
        </p:spPr>
        <p:txBody>
          <a:bodyPr/>
          <a:lstStyle/>
          <a:p>
            <a:endParaRPr lang="en-GB"/>
          </a:p>
        </p:txBody>
      </p:sp>
      <p:sp>
        <p:nvSpPr>
          <p:cNvPr id="9" name="Freeform 9"/>
          <p:cNvSpPr/>
          <p:nvPr/>
        </p:nvSpPr>
        <p:spPr>
          <a:xfrm>
            <a:off x="8588185" y="5397577"/>
            <a:ext cx="555815" cy="3042952"/>
          </a:xfrm>
          <a:custGeom>
            <a:avLst/>
            <a:gdLst/>
            <a:ahLst/>
            <a:cxnLst/>
            <a:rect l="l" t="t" r="r" b="b"/>
            <a:pathLst>
              <a:path w="555815" h="3042952">
                <a:moveTo>
                  <a:pt x="0" y="0"/>
                </a:moveTo>
                <a:lnTo>
                  <a:pt x="555815" y="0"/>
                </a:lnTo>
                <a:lnTo>
                  <a:pt x="555815" y="3042952"/>
                </a:lnTo>
                <a:lnTo>
                  <a:pt x="0" y="3042952"/>
                </a:lnTo>
                <a:lnTo>
                  <a:pt x="0" y="0"/>
                </a:lnTo>
                <a:close/>
              </a:path>
            </a:pathLst>
          </a:custGeom>
          <a:blipFill>
            <a:blip r:embed="rId9"/>
            <a:stretch>
              <a:fillRect l="-43223" t="-5441" r="-21260" b="-5388"/>
            </a:stretch>
          </a:blipFill>
        </p:spPr>
        <p:txBody>
          <a:bodyPr/>
          <a:lstStyle/>
          <a:p>
            <a:endParaRPr lang="en-GB"/>
          </a:p>
        </p:txBody>
      </p:sp>
      <p:sp>
        <p:nvSpPr>
          <p:cNvPr id="10" name="Freeform 10"/>
          <p:cNvSpPr/>
          <p:nvPr/>
        </p:nvSpPr>
        <p:spPr>
          <a:xfrm>
            <a:off x="9192964" y="5397577"/>
            <a:ext cx="582554" cy="3042952"/>
          </a:xfrm>
          <a:custGeom>
            <a:avLst/>
            <a:gdLst/>
            <a:ahLst/>
            <a:cxnLst/>
            <a:rect l="l" t="t" r="r" b="b"/>
            <a:pathLst>
              <a:path w="582554" h="3042952">
                <a:moveTo>
                  <a:pt x="0" y="0"/>
                </a:moveTo>
                <a:lnTo>
                  <a:pt x="582554" y="0"/>
                </a:lnTo>
                <a:lnTo>
                  <a:pt x="582554" y="3042952"/>
                </a:lnTo>
                <a:lnTo>
                  <a:pt x="0" y="3042952"/>
                </a:lnTo>
                <a:lnTo>
                  <a:pt x="0" y="0"/>
                </a:lnTo>
                <a:close/>
              </a:path>
            </a:pathLst>
          </a:custGeom>
          <a:blipFill>
            <a:blip r:embed="rId10"/>
            <a:stretch>
              <a:fillRect l="-27624" t="-6705" r="-22107" b="-5288"/>
            </a:stretch>
          </a:blipFill>
        </p:spPr>
        <p:txBody>
          <a:bodyPr/>
          <a:lstStyle/>
          <a:p>
            <a:endParaRPr lang="en-GB"/>
          </a:p>
        </p:txBody>
      </p:sp>
      <p:sp>
        <p:nvSpPr>
          <p:cNvPr id="11" name="Freeform 11"/>
          <p:cNvSpPr/>
          <p:nvPr/>
        </p:nvSpPr>
        <p:spPr>
          <a:xfrm>
            <a:off x="9951931" y="5400903"/>
            <a:ext cx="647852" cy="3039626"/>
          </a:xfrm>
          <a:custGeom>
            <a:avLst/>
            <a:gdLst/>
            <a:ahLst/>
            <a:cxnLst/>
            <a:rect l="l" t="t" r="r" b="b"/>
            <a:pathLst>
              <a:path w="647852" h="3039626">
                <a:moveTo>
                  <a:pt x="0" y="0"/>
                </a:moveTo>
                <a:lnTo>
                  <a:pt x="647853" y="0"/>
                </a:lnTo>
                <a:lnTo>
                  <a:pt x="647853" y="3039626"/>
                </a:lnTo>
                <a:lnTo>
                  <a:pt x="0" y="3039626"/>
                </a:lnTo>
                <a:lnTo>
                  <a:pt x="0" y="0"/>
                </a:lnTo>
                <a:close/>
              </a:path>
            </a:pathLst>
          </a:custGeom>
          <a:blipFill>
            <a:blip r:embed="rId11"/>
            <a:stretch>
              <a:fillRect l="-26444" t="-5715" r="-20857" b="-10796"/>
            </a:stretch>
          </a:blipFill>
        </p:spPr>
        <p:txBody>
          <a:bodyPr/>
          <a:lstStyle/>
          <a:p>
            <a:endParaRPr lang="en-GB"/>
          </a:p>
        </p:txBody>
      </p:sp>
      <p:sp>
        <p:nvSpPr>
          <p:cNvPr id="12" name="Freeform 12"/>
          <p:cNvSpPr/>
          <p:nvPr/>
        </p:nvSpPr>
        <p:spPr>
          <a:xfrm>
            <a:off x="11986190" y="5400903"/>
            <a:ext cx="680756" cy="3036300"/>
          </a:xfrm>
          <a:custGeom>
            <a:avLst/>
            <a:gdLst/>
            <a:ahLst/>
            <a:cxnLst/>
            <a:rect l="l" t="t" r="r" b="b"/>
            <a:pathLst>
              <a:path w="680756" h="3036300">
                <a:moveTo>
                  <a:pt x="0" y="0"/>
                </a:moveTo>
                <a:lnTo>
                  <a:pt x="680755" y="0"/>
                </a:lnTo>
                <a:lnTo>
                  <a:pt x="680755" y="3036300"/>
                </a:lnTo>
                <a:lnTo>
                  <a:pt x="0" y="3036300"/>
                </a:lnTo>
                <a:lnTo>
                  <a:pt x="0" y="0"/>
                </a:lnTo>
                <a:close/>
              </a:path>
            </a:pathLst>
          </a:custGeom>
          <a:blipFill>
            <a:blip r:embed="rId12"/>
            <a:stretch>
              <a:fillRect l="-24973" t="-5454" r="-19978" b="-6938"/>
            </a:stretch>
          </a:blipFill>
        </p:spPr>
        <p:txBody>
          <a:bodyPr/>
          <a:lstStyle/>
          <a:p>
            <a:endParaRPr lang="en-GB"/>
          </a:p>
        </p:txBody>
      </p:sp>
      <p:sp>
        <p:nvSpPr>
          <p:cNvPr id="13" name="Freeform 13"/>
          <p:cNvSpPr/>
          <p:nvPr/>
        </p:nvSpPr>
        <p:spPr>
          <a:xfrm>
            <a:off x="12714570" y="5416597"/>
            <a:ext cx="739594" cy="3004912"/>
          </a:xfrm>
          <a:custGeom>
            <a:avLst/>
            <a:gdLst/>
            <a:ahLst/>
            <a:cxnLst/>
            <a:rect l="l" t="t" r="r" b="b"/>
            <a:pathLst>
              <a:path w="739594" h="3004912">
                <a:moveTo>
                  <a:pt x="0" y="0"/>
                </a:moveTo>
                <a:lnTo>
                  <a:pt x="739594" y="0"/>
                </a:lnTo>
                <a:lnTo>
                  <a:pt x="739594" y="3004912"/>
                </a:lnTo>
                <a:lnTo>
                  <a:pt x="0" y="3004912"/>
                </a:lnTo>
                <a:lnTo>
                  <a:pt x="0" y="0"/>
                </a:lnTo>
                <a:close/>
              </a:path>
            </a:pathLst>
          </a:custGeom>
          <a:blipFill>
            <a:blip r:embed="rId13"/>
            <a:stretch>
              <a:fillRect l="-11899" t="-4873" r="-11726" b="-3607"/>
            </a:stretch>
          </a:blipFill>
        </p:spPr>
        <p:txBody>
          <a:bodyPr/>
          <a:lstStyle/>
          <a:p>
            <a:endParaRPr lang="en-GB"/>
          </a:p>
        </p:txBody>
      </p:sp>
      <p:sp>
        <p:nvSpPr>
          <p:cNvPr id="14" name="Freeform 14"/>
          <p:cNvSpPr/>
          <p:nvPr/>
        </p:nvSpPr>
        <p:spPr>
          <a:xfrm>
            <a:off x="15580115" y="5416597"/>
            <a:ext cx="677340" cy="3020606"/>
          </a:xfrm>
          <a:custGeom>
            <a:avLst/>
            <a:gdLst/>
            <a:ahLst/>
            <a:cxnLst/>
            <a:rect l="l" t="t" r="r" b="b"/>
            <a:pathLst>
              <a:path w="677340" h="3020606">
                <a:moveTo>
                  <a:pt x="0" y="0"/>
                </a:moveTo>
                <a:lnTo>
                  <a:pt x="677340" y="0"/>
                </a:lnTo>
                <a:lnTo>
                  <a:pt x="677340" y="3020606"/>
                </a:lnTo>
                <a:lnTo>
                  <a:pt x="0" y="3020606"/>
                </a:lnTo>
                <a:lnTo>
                  <a:pt x="0" y="0"/>
                </a:lnTo>
                <a:close/>
              </a:path>
            </a:pathLst>
          </a:custGeom>
          <a:blipFill>
            <a:blip r:embed="rId14"/>
            <a:stretch>
              <a:fillRect l="-13398" t="-5440" r="-11164" b="-3627"/>
            </a:stretch>
          </a:blipFill>
        </p:spPr>
        <p:txBody>
          <a:bodyPr/>
          <a:lstStyle/>
          <a:p>
            <a:endParaRPr lang="en-GB"/>
          </a:p>
        </p:txBody>
      </p:sp>
      <p:sp>
        <p:nvSpPr>
          <p:cNvPr id="15" name="Freeform 15"/>
          <p:cNvSpPr/>
          <p:nvPr/>
        </p:nvSpPr>
        <p:spPr>
          <a:xfrm>
            <a:off x="14832129" y="5416597"/>
            <a:ext cx="652736" cy="3023932"/>
          </a:xfrm>
          <a:custGeom>
            <a:avLst/>
            <a:gdLst/>
            <a:ahLst/>
            <a:cxnLst/>
            <a:rect l="l" t="t" r="r" b="b"/>
            <a:pathLst>
              <a:path w="652736" h="3023932">
                <a:moveTo>
                  <a:pt x="0" y="0"/>
                </a:moveTo>
                <a:lnTo>
                  <a:pt x="652736" y="0"/>
                </a:lnTo>
                <a:lnTo>
                  <a:pt x="652736" y="3023932"/>
                </a:lnTo>
                <a:lnTo>
                  <a:pt x="0" y="3023932"/>
                </a:lnTo>
                <a:lnTo>
                  <a:pt x="0" y="0"/>
                </a:lnTo>
                <a:close/>
              </a:path>
            </a:pathLst>
          </a:custGeom>
          <a:blipFill>
            <a:blip r:embed="rId15"/>
            <a:stretch>
              <a:fillRect l="-12968" t="-2332" r="-10806" b="-3265"/>
            </a:stretch>
          </a:blipFill>
        </p:spPr>
        <p:txBody>
          <a:bodyPr/>
          <a:lstStyle/>
          <a:p>
            <a:endParaRPr lang="en-GB"/>
          </a:p>
        </p:txBody>
      </p:sp>
      <p:sp>
        <p:nvSpPr>
          <p:cNvPr id="16" name="TextBox 16"/>
          <p:cNvSpPr txBox="1"/>
          <p:nvPr/>
        </p:nvSpPr>
        <p:spPr>
          <a:xfrm>
            <a:off x="2384971" y="-58760"/>
            <a:ext cx="13518059" cy="3195319"/>
          </a:xfrm>
          <a:prstGeom prst="rect">
            <a:avLst/>
          </a:prstGeom>
        </p:spPr>
        <p:txBody>
          <a:bodyPr lIns="0" tIns="0" rIns="0" bIns="0" rtlCol="0" anchor="t">
            <a:spAutoFit/>
          </a:bodyPr>
          <a:lstStyle/>
          <a:p>
            <a:pPr algn="ctr">
              <a:lnSpc>
                <a:spcPts val="12880"/>
              </a:lnSpc>
            </a:pPr>
            <a:r>
              <a:rPr lang="en-US" sz="6600" b="1" dirty="0">
                <a:solidFill>
                  <a:srgbClr val="000000"/>
                </a:solidFill>
                <a:latin typeface="Canva Sans Bold"/>
                <a:ea typeface="Canva Sans Bold"/>
                <a:cs typeface="Canva Sans Bold"/>
                <a:sym typeface="Canva Sans Bold"/>
              </a:rPr>
              <a:t>Replacement Algorithm</a:t>
            </a:r>
          </a:p>
          <a:p>
            <a:pPr algn="ctr">
              <a:lnSpc>
                <a:spcPts val="12880"/>
              </a:lnSpc>
            </a:pPr>
            <a:r>
              <a:rPr lang="en-US" sz="6600" b="1" dirty="0">
                <a:solidFill>
                  <a:srgbClr val="000000"/>
                </a:solidFill>
                <a:latin typeface="Canva Sans Bold"/>
                <a:ea typeface="Canva Sans Bold"/>
                <a:cs typeface="Canva Sans Bold"/>
                <a:sym typeface="Canva Sans Bold"/>
              </a:rPr>
              <a:t>(FIFO)</a:t>
            </a:r>
          </a:p>
        </p:txBody>
      </p:sp>
      <p:sp>
        <p:nvSpPr>
          <p:cNvPr id="17" name="TextBox 17"/>
          <p:cNvSpPr txBox="1"/>
          <p:nvPr/>
        </p:nvSpPr>
        <p:spPr>
          <a:xfrm>
            <a:off x="657915" y="4341178"/>
            <a:ext cx="17630085" cy="90359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Canva Sans Bold"/>
                <a:ea typeface="Canva Sans Bold"/>
                <a:cs typeface="Canva Sans Bold"/>
                <a:sym typeface="Canva Sans Bold"/>
              </a:rPr>
              <a:t>7  0  1     2  0  3  0  4  2  3  0  3  2  1  2  0  1  7  0  1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914D"/>
        </a:solidFill>
        <a:effectLst/>
      </p:bgPr>
    </p:bg>
    <p:spTree>
      <p:nvGrpSpPr>
        <p:cNvPr id="1" name=""/>
        <p:cNvGrpSpPr/>
        <p:nvPr/>
      </p:nvGrpSpPr>
      <p:grpSpPr>
        <a:xfrm>
          <a:off x="0" y="0"/>
          <a:ext cx="0" cy="0"/>
          <a:chOff x="0" y="0"/>
          <a:chExt cx="0" cy="0"/>
        </a:xfrm>
      </p:grpSpPr>
      <p:sp>
        <p:nvSpPr>
          <p:cNvPr id="2" name="Freeform 2"/>
          <p:cNvSpPr/>
          <p:nvPr/>
        </p:nvSpPr>
        <p:spPr>
          <a:xfrm>
            <a:off x="1916413" y="5397577"/>
            <a:ext cx="642405" cy="3042952"/>
          </a:xfrm>
          <a:custGeom>
            <a:avLst/>
            <a:gdLst/>
            <a:ahLst/>
            <a:cxnLst/>
            <a:rect l="l" t="t" r="r" b="b"/>
            <a:pathLst>
              <a:path w="642405" h="3042952">
                <a:moveTo>
                  <a:pt x="0" y="0"/>
                </a:moveTo>
                <a:lnTo>
                  <a:pt x="642405" y="0"/>
                </a:lnTo>
                <a:lnTo>
                  <a:pt x="642405" y="3042952"/>
                </a:lnTo>
                <a:lnTo>
                  <a:pt x="0" y="3042952"/>
                </a:lnTo>
                <a:lnTo>
                  <a:pt x="0" y="0"/>
                </a:lnTo>
                <a:close/>
              </a:path>
            </a:pathLst>
          </a:custGeom>
          <a:blipFill>
            <a:blip r:embed="rId2"/>
            <a:stretch>
              <a:fillRect l="-21009" t="-1161" b="-1733"/>
            </a:stretch>
          </a:blipFill>
        </p:spPr>
        <p:txBody>
          <a:bodyPr/>
          <a:lstStyle/>
          <a:p>
            <a:endParaRPr lang="en-GB"/>
          </a:p>
        </p:txBody>
      </p:sp>
      <p:sp>
        <p:nvSpPr>
          <p:cNvPr id="3" name="Freeform 3"/>
          <p:cNvSpPr/>
          <p:nvPr/>
        </p:nvSpPr>
        <p:spPr>
          <a:xfrm>
            <a:off x="2746603" y="5397577"/>
            <a:ext cx="628751" cy="3039626"/>
          </a:xfrm>
          <a:custGeom>
            <a:avLst/>
            <a:gdLst/>
            <a:ahLst/>
            <a:cxnLst/>
            <a:rect l="l" t="t" r="r" b="b"/>
            <a:pathLst>
              <a:path w="628751" h="3039626">
                <a:moveTo>
                  <a:pt x="0" y="0"/>
                </a:moveTo>
                <a:lnTo>
                  <a:pt x="628751" y="0"/>
                </a:lnTo>
                <a:lnTo>
                  <a:pt x="628751" y="3039626"/>
                </a:lnTo>
                <a:lnTo>
                  <a:pt x="0" y="3039626"/>
                </a:lnTo>
                <a:lnTo>
                  <a:pt x="0" y="0"/>
                </a:lnTo>
                <a:close/>
              </a:path>
            </a:pathLst>
          </a:custGeom>
          <a:blipFill>
            <a:blip r:embed="rId3"/>
            <a:stretch>
              <a:fillRect l="-16230" t="-3916" r="-16706" b="-1733"/>
            </a:stretch>
          </a:blipFill>
        </p:spPr>
        <p:txBody>
          <a:bodyPr/>
          <a:lstStyle/>
          <a:p>
            <a:endParaRPr lang="en-GB"/>
          </a:p>
        </p:txBody>
      </p:sp>
      <p:sp>
        <p:nvSpPr>
          <p:cNvPr id="4" name="Freeform 4"/>
          <p:cNvSpPr/>
          <p:nvPr/>
        </p:nvSpPr>
        <p:spPr>
          <a:xfrm>
            <a:off x="3577577" y="5397577"/>
            <a:ext cx="667669" cy="3039626"/>
          </a:xfrm>
          <a:custGeom>
            <a:avLst/>
            <a:gdLst/>
            <a:ahLst/>
            <a:cxnLst/>
            <a:rect l="l" t="t" r="r" b="b"/>
            <a:pathLst>
              <a:path w="667669" h="3039626">
                <a:moveTo>
                  <a:pt x="0" y="0"/>
                </a:moveTo>
                <a:lnTo>
                  <a:pt x="667669" y="0"/>
                </a:lnTo>
                <a:lnTo>
                  <a:pt x="667669" y="3039626"/>
                </a:lnTo>
                <a:lnTo>
                  <a:pt x="0" y="3039626"/>
                </a:lnTo>
                <a:lnTo>
                  <a:pt x="0" y="0"/>
                </a:lnTo>
                <a:close/>
              </a:path>
            </a:pathLst>
          </a:custGeom>
          <a:blipFill>
            <a:blip r:embed="rId4"/>
            <a:stretch>
              <a:fillRect l="-17170" b="-4378"/>
            </a:stretch>
          </a:blipFill>
        </p:spPr>
        <p:txBody>
          <a:bodyPr/>
          <a:lstStyle/>
          <a:p>
            <a:endParaRPr lang="en-GB"/>
          </a:p>
        </p:txBody>
      </p:sp>
      <p:sp>
        <p:nvSpPr>
          <p:cNvPr id="5" name="Freeform 5"/>
          <p:cNvSpPr/>
          <p:nvPr/>
        </p:nvSpPr>
        <p:spPr>
          <a:xfrm>
            <a:off x="4660456" y="5397577"/>
            <a:ext cx="586695" cy="3039626"/>
          </a:xfrm>
          <a:custGeom>
            <a:avLst/>
            <a:gdLst/>
            <a:ahLst/>
            <a:cxnLst/>
            <a:rect l="l" t="t" r="r" b="b"/>
            <a:pathLst>
              <a:path w="586695" h="3039626">
                <a:moveTo>
                  <a:pt x="0" y="0"/>
                </a:moveTo>
                <a:lnTo>
                  <a:pt x="586695" y="0"/>
                </a:lnTo>
                <a:lnTo>
                  <a:pt x="586695" y="3039626"/>
                </a:lnTo>
                <a:lnTo>
                  <a:pt x="0" y="3039626"/>
                </a:lnTo>
                <a:lnTo>
                  <a:pt x="0" y="0"/>
                </a:lnTo>
                <a:close/>
              </a:path>
            </a:pathLst>
          </a:custGeom>
          <a:blipFill>
            <a:blip r:embed="rId5"/>
            <a:stretch>
              <a:fillRect l="-23703" t="-3850" r="-17300"/>
            </a:stretch>
          </a:blipFill>
        </p:spPr>
        <p:txBody>
          <a:bodyPr/>
          <a:lstStyle/>
          <a:p>
            <a:endParaRPr lang="en-GB"/>
          </a:p>
        </p:txBody>
      </p:sp>
      <p:sp>
        <p:nvSpPr>
          <p:cNvPr id="6" name="Freeform 6"/>
          <p:cNvSpPr/>
          <p:nvPr/>
        </p:nvSpPr>
        <p:spPr>
          <a:xfrm>
            <a:off x="6210993" y="5359537"/>
            <a:ext cx="666698" cy="3080991"/>
          </a:xfrm>
          <a:custGeom>
            <a:avLst/>
            <a:gdLst/>
            <a:ahLst/>
            <a:cxnLst/>
            <a:rect l="l" t="t" r="r" b="b"/>
            <a:pathLst>
              <a:path w="666698" h="3080991">
                <a:moveTo>
                  <a:pt x="0" y="0"/>
                </a:moveTo>
                <a:lnTo>
                  <a:pt x="666699" y="0"/>
                </a:lnTo>
                <a:lnTo>
                  <a:pt x="666699" y="3080992"/>
                </a:lnTo>
                <a:lnTo>
                  <a:pt x="0" y="3080992"/>
                </a:lnTo>
                <a:lnTo>
                  <a:pt x="0" y="0"/>
                </a:lnTo>
                <a:close/>
              </a:path>
            </a:pathLst>
          </a:custGeom>
          <a:blipFill>
            <a:blip r:embed="rId6"/>
            <a:stretch>
              <a:fillRect l="-19317" t="-3363" r="-8667" b="-3363"/>
            </a:stretch>
          </a:blipFill>
        </p:spPr>
        <p:txBody>
          <a:bodyPr/>
          <a:lstStyle/>
          <a:p>
            <a:endParaRPr lang="en-GB"/>
          </a:p>
        </p:txBody>
      </p:sp>
      <p:sp>
        <p:nvSpPr>
          <p:cNvPr id="7" name="Freeform 7"/>
          <p:cNvSpPr/>
          <p:nvPr/>
        </p:nvSpPr>
        <p:spPr>
          <a:xfrm>
            <a:off x="7068192" y="5397577"/>
            <a:ext cx="617401" cy="3039626"/>
          </a:xfrm>
          <a:custGeom>
            <a:avLst/>
            <a:gdLst/>
            <a:ahLst/>
            <a:cxnLst/>
            <a:rect l="l" t="t" r="r" b="b"/>
            <a:pathLst>
              <a:path w="617401" h="3039626">
                <a:moveTo>
                  <a:pt x="0" y="0"/>
                </a:moveTo>
                <a:lnTo>
                  <a:pt x="617401" y="0"/>
                </a:lnTo>
                <a:lnTo>
                  <a:pt x="617401" y="3039626"/>
                </a:lnTo>
                <a:lnTo>
                  <a:pt x="0" y="3039626"/>
                </a:lnTo>
                <a:lnTo>
                  <a:pt x="0" y="0"/>
                </a:lnTo>
                <a:close/>
              </a:path>
            </a:pathLst>
          </a:custGeom>
          <a:blipFill>
            <a:blip r:embed="rId7"/>
            <a:stretch>
              <a:fillRect l="-19059" t="-5731" r="-19413" b="-4095"/>
            </a:stretch>
          </a:blipFill>
        </p:spPr>
        <p:txBody>
          <a:bodyPr/>
          <a:lstStyle/>
          <a:p>
            <a:endParaRPr lang="en-GB"/>
          </a:p>
        </p:txBody>
      </p:sp>
      <p:sp>
        <p:nvSpPr>
          <p:cNvPr id="8" name="Freeform 8"/>
          <p:cNvSpPr/>
          <p:nvPr/>
        </p:nvSpPr>
        <p:spPr>
          <a:xfrm>
            <a:off x="7876093" y="5397577"/>
            <a:ext cx="613028" cy="3042952"/>
          </a:xfrm>
          <a:custGeom>
            <a:avLst/>
            <a:gdLst/>
            <a:ahLst/>
            <a:cxnLst/>
            <a:rect l="l" t="t" r="r" b="b"/>
            <a:pathLst>
              <a:path w="613028" h="3042952">
                <a:moveTo>
                  <a:pt x="0" y="0"/>
                </a:moveTo>
                <a:lnTo>
                  <a:pt x="613028" y="0"/>
                </a:lnTo>
                <a:lnTo>
                  <a:pt x="613028" y="3042952"/>
                </a:lnTo>
                <a:lnTo>
                  <a:pt x="0" y="3042952"/>
                </a:lnTo>
                <a:lnTo>
                  <a:pt x="0" y="0"/>
                </a:lnTo>
                <a:close/>
              </a:path>
            </a:pathLst>
          </a:custGeom>
          <a:blipFill>
            <a:blip r:embed="rId8"/>
            <a:stretch>
              <a:fillRect l="-16549" t="-4555" r="-26479" b="-4000"/>
            </a:stretch>
          </a:blipFill>
        </p:spPr>
        <p:txBody>
          <a:bodyPr/>
          <a:lstStyle/>
          <a:p>
            <a:endParaRPr lang="en-GB"/>
          </a:p>
        </p:txBody>
      </p:sp>
      <p:sp>
        <p:nvSpPr>
          <p:cNvPr id="9" name="Freeform 9"/>
          <p:cNvSpPr/>
          <p:nvPr/>
        </p:nvSpPr>
        <p:spPr>
          <a:xfrm>
            <a:off x="8588185" y="5397577"/>
            <a:ext cx="555815" cy="3042952"/>
          </a:xfrm>
          <a:custGeom>
            <a:avLst/>
            <a:gdLst/>
            <a:ahLst/>
            <a:cxnLst/>
            <a:rect l="l" t="t" r="r" b="b"/>
            <a:pathLst>
              <a:path w="555815" h="3042952">
                <a:moveTo>
                  <a:pt x="0" y="0"/>
                </a:moveTo>
                <a:lnTo>
                  <a:pt x="555815" y="0"/>
                </a:lnTo>
                <a:lnTo>
                  <a:pt x="555815" y="3042952"/>
                </a:lnTo>
                <a:lnTo>
                  <a:pt x="0" y="3042952"/>
                </a:lnTo>
                <a:lnTo>
                  <a:pt x="0" y="0"/>
                </a:lnTo>
                <a:close/>
              </a:path>
            </a:pathLst>
          </a:custGeom>
          <a:blipFill>
            <a:blip r:embed="rId9"/>
            <a:stretch>
              <a:fillRect l="-43223" t="-5441" r="-21260" b="-5388"/>
            </a:stretch>
          </a:blipFill>
        </p:spPr>
        <p:txBody>
          <a:bodyPr/>
          <a:lstStyle/>
          <a:p>
            <a:endParaRPr lang="en-GB"/>
          </a:p>
        </p:txBody>
      </p:sp>
      <p:sp>
        <p:nvSpPr>
          <p:cNvPr id="10" name="Freeform 10"/>
          <p:cNvSpPr/>
          <p:nvPr/>
        </p:nvSpPr>
        <p:spPr>
          <a:xfrm>
            <a:off x="9192964" y="5397577"/>
            <a:ext cx="582554" cy="3042952"/>
          </a:xfrm>
          <a:custGeom>
            <a:avLst/>
            <a:gdLst/>
            <a:ahLst/>
            <a:cxnLst/>
            <a:rect l="l" t="t" r="r" b="b"/>
            <a:pathLst>
              <a:path w="582554" h="3042952">
                <a:moveTo>
                  <a:pt x="0" y="0"/>
                </a:moveTo>
                <a:lnTo>
                  <a:pt x="582554" y="0"/>
                </a:lnTo>
                <a:lnTo>
                  <a:pt x="582554" y="3042952"/>
                </a:lnTo>
                <a:lnTo>
                  <a:pt x="0" y="3042952"/>
                </a:lnTo>
                <a:lnTo>
                  <a:pt x="0" y="0"/>
                </a:lnTo>
                <a:close/>
              </a:path>
            </a:pathLst>
          </a:custGeom>
          <a:blipFill>
            <a:blip r:embed="rId10"/>
            <a:stretch>
              <a:fillRect l="-27624" t="-6705" r="-22107" b="-5288"/>
            </a:stretch>
          </a:blipFill>
        </p:spPr>
        <p:txBody>
          <a:bodyPr/>
          <a:lstStyle/>
          <a:p>
            <a:endParaRPr lang="en-GB"/>
          </a:p>
        </p:txBody>
      </p:sp>
      <p:sp>
        <p:nvSpPr>
          <p:cNvPr id="11" name="Freeform 11"/>
          <p:cNvSpPr/>
          <p:nvPr/>
        </p:nvSpPr>
        <p:spPr>
          <a:xfrm>
            <a:off x="9951931" y="5400903"/>
            <a:ext cx="647852" cy="3039626"/>
          </a:xfrm>
          <a:custGeom>
            <a:avLst/>
            <a:gdLst/>
            <a:ahLst/>
            <a:cxnLst/>
            <a:rect l="l" t="t" r="r" b="b"/>
            <a:pathLst>
              <a:path w="647852" h="3039626">
                <a:moveTo>
                  <a:pt x="0" y="0"/>
                </a:moveTo>
                <a:lnTo>
                  <a:pt x="647853" y="0"/>
                </a:lnTo>
                <a:lnTo>
                  <a:pt x="647853" y="3039626"/>
                </a:lnTo>
                <a:lnTo>
                  <a:pt x="0" y="3039626"/>
                </a:lnTo>
                <a:lnTo>
                  <a:pt x="0" y="0"/>
                </a:lnTo>
                <a:close/>
              </a:path>
            </a:pathLst>
          </a:custGeom>
          <a:blipFill>
            <a:blip r:embed="rId11"/>
            <a:stretch>
              <a:fillRect l="-26444" t="-5715" r="-20857" b="-10796"/>
            </a:stretch>
          </a:blipFill>
        </p:spPr>
        <p:txBody>
          <a:bodyPr/>
          <a:lstStyle/>
          <a:p>
            <a:endParaRPr lang="en-GB"/>
          </a:p>
        </p:txBody>
      </p:sp>
      <p:sp>
        <p:nvSpPr>
          <p:cNvPr id="12" name="Freeform 12"/>
          <p:cNvSpPr/>
          <p:nvPr/>
        </p:nvSpPr>
        <p:spPr>
          <a:xfrm>
            <a:off x="11986190" y="5400903"/>
            <a:ext cx="680756" cy="3036300"/>
          </a:xfrm>
          <a:custGeom>
            <a:avLst/>
            <a:gdLst/>
            <a:ahLst/>
            <a:cxnLst/>
            <a:rect l="l" t="t" r="r" b="b"/>
            <a:pathLst>
              <a:path w="680756" h="3036300">
                <a:moveTo>
                  <a:pt x="0" y="0"/>
                </a:moveTo>
                <a:lnTo>
                  <a:pt x="680755" y="0"/>
                </a:lnTo>
                <a:lnTo>
                  <a:pt x="680755" y="3036300"/>
                </a:lnTo>
                <a:lnTo>
                  <a:pt x="0" y="3036300"/>
                </a:lnTo>
                <a:lnTo>
                  <a:pt x="0" y="0"/>
                </a:lnTo>
                <a:close/>
              </a:path>
            </a:pathLst>
          </a:custGeom>
          <a:blipFill>
            <a:blip r:embed="rId12"/>
            <a:stretch>
              <a:fillRect l="-24973" t="-5454" r="-19978" b="-6938"/>
            </a:stretch>
          </a:blipFill>
        </p:spPr>
        <p:txBody>
          <a:bodyPr/>
          <a:lstStyle/>
          <a:p>
            <a:endParaRPr lang="en-GB"/>
          </a:p>
        </p:txBody>
      </p:sp>
      <p:sp>
        <p:nvSpPr>
          <p:cNvPr id="13" name="Freeform 13"/>
          <p:cNvSpPr/>
          <p:nvPr/>
        </p:nvSpPr>
        <p:spPr>
          <a:xfrm>
            <a:off x="12714570" y="5416597"/>
            <a:ext cx="739594" cy="3004912"/>
          </a:xfrm>
          <a:custGeom>
            <a:avLst/>
            <a:gdLst/>
            <a:ahLst/>
            <a:cxnLst/>
            <a:rect l="l" t="t" r="r" b="b"/>
            <a:pathLst>
              <a:path w="739594" h="3004912">
                <a:moveTo>
                  <a:pt x="0" y="0"/>
                </a:moveTo>
                <a:lnTo>
                  <a:pt x="739594" y="0"/>
                </a:lnTo>
                <a:lnTo>
                  <a:pt x="739594" y="3004912"/>
                </a:lnTo>
                <a:lnTo>
                  <a:pt x="0" y="3004912"/>
                </a:lnTo>
                <a:lnTo>
                  <a:pt x="0" y="0"/>
                </a:lnTo>
                <a:close/>
              </a:path>
            </a:pathLst>
          </a:custGeom>
          <a:blipFill>
            <a:blip r:embed="rId13"/>
            <a:stretch>
              <a:fillRect l="-11899" t="-4873" r="-11726" b="-3607"/>
            </a:stretch>
          </a:blipFill>
        </p:spPr>
        <p:txBody>
          <a:bodyPr/>
          <a:lstStyle/>
          <a:p>
            <a:endParaRPr lang="en-GB"/>
          </a:p>
        </p:txBody>
      </p:sp>
      <p:sp>
        <p:nvSpPr>
          <p:cNvPr id="14" name="Freeform 14"/>
          <p:cNvSpPr/>
          <p:nvPr/>
        </p:nvSpPr>
        <p:spPr>
          <a:xfrm>
            <a:off x="15580115" y="5416597"/>
            <a:ext cx="677340" cy="3020606"/>
          </a:xfrm>
          <a:custGeom>
            <a:avLst/>
            <a:gdLst/>
            <a:ahLst/>
            <a:cxnLst/>
            <a:rect l="l" t="t" r="r" b="b"/>
            <a:pathLst>
              <a:path w="677340" h="3020606">
                <a:moveTo>
                  <a:pt x="0" y="0"/>
                </a:moveTo>
                <a:lnTo>
                  <a:pt x="677340" y="0"/>
                </a:lnTo>
                <a:lnTo>
                  <a:pt x="677340" y="3020606"/>
                </a:lnTo>
                <a:lnTo>
                  <a:pt x="0" y="3020606"/>
                </a:lnTo>
                <a:lnTo>
                  <a:pt x="0" y="0"/>
                </a:lnTo>
                <a:close/>
              </a:path>
            </a:pathLst>
          </a:custGeom>
          <a:blipFill>
            <a:blip r:embed="rId14"/>
            <a:stretch>
              <a:fillRect l="-13398" t="-5440" r="-11164" b="-3627"/>
            </a:stretch>
          </a:blipFill>
        </p:spPr>
        <p:txBody>
          <a:bodyPr/>
          <a:lstStyle/>
          <a:p>
            <a:endParaRPr lang="en-GB"/>
          </a:p>
        </p:txBody>
      </p:sp>
      <p:sp>
        <p:nvSpPr>
          <p:cNvPr id="15" name="Freeform 15"/>
          <p:cNvSpPr/>
          <p:nvPr/>
        </p:nvSpPr>
        <p:spPr>
          <a:xfrm>
            <a:off x="14832129" y="5416597"/>
            <a:ext cx="652736" cy="3023932"/>
          </a:xfrm>
          <a:custGeom>
            <a:avLst/>
            <a:gdLst/>
            <a:ahLst/>
            <a:cxnLst/>
            <a:rect l="l" t="t" r="r" b="b"/>
            <a:pathLst>
              <a:path w="652736" h="3023932">
                <a:moveTo>
                  <a:pt x="0" y="0"/>
                </a:moveTo>
                <a:lnTo>
                  <a:pt x="652736" y="0"/>
                </a:lnTo>
                <a:lnTo>
                  <a:pt x="652736" y="3023932"/>
                </a:lnTo>
                <a:lnTo>
                  <a:pt x="0" y="3023932"/>
                </a:lnTo>
                <a:lnTo>
                  <a:pt x="0" y="0"/>
                </a:lnTo>
                <a:close/>
              </a:path>
            </a:pathLst>
          </a:custGeom>
          <a:blipFill>
            <a:blip r:embed="rId15"/>
            <a:stretch>
              <a:fillRect l="-12968" t="-2332" r="-10806" b="-3265"/>
            </a:stretch>
          </a:blipFill>
        </p:spPr>
        <p:txBody>
          <a:bodyPr/>
          <a:lstStyle/>
          <a:p>
            <a:endParaRPr lang="en-GB"/>
          </a:p>
        </p:txBody>
      </p:sp>
      <p:sp>
        <p:nvSpPr>
          <p:cNvPr id="16" name="TextBox 16"/>
          <p:cNvSpPr txBox="1"/>
          <p:nvPr/>
        </p:nvSpPr>
        <p:spPr>
          <a:xfrm>
            <a:off x="2384971" y="-58760"/>
            <a:ext cx="13518059" cy="3195319"/>
          </a:xfrm>
          <a:prstGeom prst="rect">
            <a:avLst/>
          </a:prstGeom>
        </p:spPr>
        <p:txBody>
          <a:bodyPr lIns="0" tIns="0" rIns="0" bIns="0" rtlCol="0" anchor="t">
            <a:spAutoFit/>
          </a:bodyPr>
          <a:lstStyle/>
          <a:p>
            <a:pPr algn="ctr">
              <a:lnSpc>
                <a:spcPts val="12880"/>
              </a:lnSpc>
            </a:pPr>
            <a:r>
              <a:rPr lang="en-US" sz="6600" b="1" dirty="0">
                <a:solidFill>
                  <a:srgbClr val="000000"/>
                </a:solidFill>
                <a:latin typeface="Canva Sans Bold"/>
                <a:ea typeface="Canva Sans Bold"/>
                <a:cs typeface="Canva Sans Bold"/>
                <a:sym typeface="Canva Sans Bold"/>
              </a:rPr>
              <a:t>Replacement Algorithm</a:t>
            </a:r>
          </a:p>
          <a:p>
            <a:pPr algn="ctr">
              <a:lnSpc>
                <a:spcPts val="12880"/>
              </a:lnSpc>
            </a:pPr>
            <a:r>
              <a:rPr lang="en-US" sz="6600" b="1" dirty="0">
                <a:solidFill>
                  <a:srgbClr val="000000"/>
                </a:solidFill>
                <a:latin typeface="Canva Sans Bold"/>
                <a:ea typeface="Canva Sans Bold"/>
                <a:cs typeface="Canva Sans Bold"/>
                <a:sym typeface="Canva Sans Bold"/>
              </a:rPr>
              <a:t>(FIFO)</a:t>
            </a:r>
          </a:p>
        </p:txBody>
      </p:sp>
      <p:sp>
        <p:nvSpPr>
          <p:cNvPr id="17" name="TextBox 17"/>
          <p:cNvSpPr txBox="1"/>
          <p:nvPr/>
        </p:nvSpPr>
        <p:spPr>
          <a:xfrm>
            <a:off x="657915" y="4341178"/>
            <a:ext cx="17630085" cy="90359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Canva Sans Bold"/>
                <a:ea typeface="Canva Sans Bold"/>
                <a:cs typeface="Canva Sans Bold"/>
                <a:sym typeface="Canva Sans Bold"/>
              </a:rPr>
              <a:t>7  0  1     2  0  3  0  4  2  3  0  3  2  1  2  0  1  7  0  1</a:t>
            </a:r>
          </a:p>
        </p:txBody>
      </p:sp>
      <p:grpSp>
        <p:nvGrpSpPr>
          <p:cNvPr id="18" name="Group 18"/>
          <p:cNvGrpSpPr/>
          <p:nvPr/>
        </p:nvGrpSpPr>
        <p:grpSpPr>
          <a:xfrm>
            <a:off x="4508182" y="3223260"/>
            <a:ext cx="1341120" cy="1086802"/>
            <a:chOff x="0" y="0"/>
            <a:chExt cx="1788160" cy="1449070"/>
          </a:xfrm>
        </p:grpSpPr>
        <p:sp>
          <p:nvSpPr>
            <p:cNvPr id="19" name="Freeform 19"/>
            <p:cNvSpPr/>
            <p:nvPr/>
          </p:nvSpPr>
          <p:spPr>
            <a:xfrm>
              <a:off x="50638" y="52070"/>
              <a:ext cx="1686770" cy="1346200"/>
            </a:xfrm>
            <a:custGeom>
              <a:avLst/>
              <a:gdLst/>
              <a:ahLst/>
              <a:cxnLst/>
              <a:rect l="l" t="t" r="r" b="b"/>
              <a:pathLst>
                <a:path w="1686770" h="1346200">
                  <a:moveTo>
                    <a:pt x="77632" y="0"/>
                  </a:moveTo>
                  <a:cubicBezTo>
                    <a:pt x="569122" y="1270"/>
                    <a:pt x="603412" y="3810"/>
                    <a:pt x="654212" y="12700"/>
                  </a:cubicBezTo>
                  <a:cubicBezTo>
                    <a:pt x="710092" y="22860"/>
                    <a:pt x="769782" y="34290"/>
                    <a:pt x="830742" y="62230"/>
                  </a:cubicBezTo>
                  <a:cubicBezTo>
                    <a:pt x="906942" y="96520"/>
                    <a:pt x="990762" y="161290"/>
                    <a:pt x="1069502" y="218440"/>
                  </a:cubicBezTo>
                  <a:cubicBezTo>
                    <a:pt x="1152052" y="279400"/>
                    <a:pt x="1249842" y="355600"/>
                    <a:pt x="1314612" y="420370"/>
                  </a:cubicBezTo>
                  <a:cubicBezTo>
                    <a:pt x="1365412" y="469900"/>
                    <a:pt x="1393352" y="501650"/>
                    <a:pt x="1436532" y="563880"/>
                  </a:cubicBezTo>
                  <a:cubicBezTo>
                    <a:pt x="1503842" y="657860"/>
                    <a:pt x="1624492" y="863600"/>
                    <a:pt x="1660052" y="943610"/>
                  </a:cubicBezTo>
                  <a:cubicBezTo>
                    <a:pt x="1676562" y="976630"/>
                    <a:pt x="1685452" y="988060"/>
                    <a:pt x="1686722" y="1018540"/>
                  </a:cubicBezTo>
                  <a:cubicBezTo>
                    <a:pt x="1687992" y="1061720"/>
                    <a:pt x="1663862" y="1130300"/>
                    <a:pt x="1647352" y="1178560"/>
                  </a:cubicBezTo>
                  <a:cubicBezTo>
                    <a:pt x="1633382" y="1219200"/>
                    <a:pt x="1614332" y="1261110"/>
                    <a:pt x="1597822" y="1289050"/>
                  </a:cubicBezTo>
                  <a:cubicBezTo>
                    <a:pt x="1586392" y="1308100"/>
                    <a:pt x="1577502" y="1323340"/>
                    <a:pt x="1562262" y="1332230"/>
                  </a:cubicBezTo>
                  <a:cubicBezTo>
                    <a:pt x="1547022" y="1342390"/>
                    <a:pt x="1525432" y="1347470"/>
                    <a:pt x="1507652" y="1344930"/>
                  </a:cubicBezTo>
                  <a:cubicBezTo>
                    <a:pt x="1489872" y="1343660"/>
                    <a:pt x="1469552" y="1334770"/>
                    <a:pt x="1455582" y="1323340"/>
                  </a:cubicBezTo>
                  <a:cubicBezTo>
                    <a:pt x="1442882" y="1310640"/>
                    <a:pt x="1432722" y="1291590"/>
                    <a:pt x="1428912" y="1273810"/>
                  </a:cubicBezTo>
                  <a:cubicBezTo>
                    <a:pt x="1426372" y="1256030"/>
                    <a:pt x="1428912" y="1234440"/>
                    <a:pt x="1436532" y="1217930"/>
                  </a:cubicBezTo>
                  <a:cubicBezTo>
                    <a:pt x="1445422" y="1202690"/>
                    <a:pt x="1460662" y="1186180"/>
                    <a:pt x="1477172" y="1178560"/>
                  </a:cubicBezTo>
                  <a:cubicBezTo>
                    <a:pt x="1493682" y="1170940"/>
                    <a:pt x="1515272" y="1165860"/>
                    <a:pt x="1533052" y="1172210"/>
                  </a:cubicBezTo>
                  <a:cubicBezTo>
                    <a:pt x="1554642" y="1178560"/>
                    <a:pt x="1587662" y="1201420"/>
                    <a:pt x="1596552" y="1224280"/>
                  </a:cubicBezTo>
                  <a:cubicBezTo>
                    <a:pt x="1605442" y="1245870"/>
                    <a:pt x="1602902" y="1285240"/>
                    <a:pt x="1588932" y="1305560"/>
                  </a:cubicBezTo>
                  <a:cubicBezTo>
                    <a:pt x="1576232" y="1325880"/>
                    <a:pt x="1541942" y="1344930"/>
                    <a:pt x="1516542" y="1346200"/>
                  </a:cubicBezTo>
                  <a:cubicBezTo>
                    <a:pt x="1492412" y="1346200"/>
                    <a:pt x="1458122" y="1325880"/>
                    <a:pt x="1444152" y="1308100"/>
                  </a:cubicBezTo>
                  <a:cubicBezTo>
                    <a:pt x="1431452" y="1294130"/>
                    <a:pt x="1427642" y="1276350"/>
                    <a:pt x="1427642" y="1254760"/>
                  </a:cubicBezTo>
                  <a:cubicBezTo>
                    <a:pt x="1428912" y="1217930"/>
                    <a:pt x="1455582" y="1145540"/>
                    <a:pt x="1478442" y="1109980"/>
                  </a:cubicBezTo>
                  <a:cubicBezTo>
                    <a:pt x="1494952" y="1085850"/>
                    <a:pt x="1531782" y="1085850"/>
                    <a:pt x="1535592" y="1056640"/>
                  </a:cubicBezTo>
                  <a:cubicBezTo>
                    <a:pt x="1545752" y="985520"/>
                    <a:pt x="1362872" y="732790"/>
                    <a:pt x="1289212" y="637540"/>
                  </a:cubicBezTo>
                  <a:cubicBezTo>
                    <a:pt x="1244762" y="580390"/>
                    <a:pt x="1205392" y="547370"/>
                    <a:pt x="1164752" y="513080"/>
                  </a:cubicBezTo>
                  <a:cubicBezTo>
                    <a:pt x="1133002" y="485140"/>
                    <a:pt x="1103792" y="472440"/>
                    <a:pt x="1072042" y="444500"/>
                  </a:cubicBezTo>
                  <a:cubicBezTo>
                    <a:pt x="1033942" y="410210"/>
                    <a:pt x="992032" y="346710"/>
                    <a:pt x="952662" y="318770"/>
                  </a:cubicBezTo>
                  <a:cubicBezTo>
                    <a:pt x="923452" y="297180"/>
                    <a:pt x="892972" y="293370"/>
                    <a:pt x="866302" y="275590"/>
                  </a:cubicBezTo>
                  <a:cubicBezTo>
                    <a:pt x="839632" y="259080"/>
                    <a:pt x="823122" y="231140"/>
                    <a:pt x="790102" y="214630"/>
                  </a:cubicBezTo>
                  <a:cubicBezTo>
                    <a:pt x="745652" y="193040"/>
                    <a:pt x="670722" y="176530"/>
                    <a:pt x="619922" y="166370"/>
                  </a:cubicBezTo>
                  <a:cubicBezTo>
                    <a:pt x="579282" y="158750"/>
                    <a:pt x="557692" y="158750"/>
                    <a:pt x="508162" y="156210"/>
                  </a:cubicBezTo>
                  <a:cubicBezTo>
                    <a:pt x="405292" y="149860"/>
                    <a:pt x="101762" y="168910"/>
                    <a:pt x="40802" y="146050"/>
                  </a:cubicBezTo>
                  <a:cubicBezTo>
                    <a:pt x="24292" y="139700"/>
                    <a:pt x="20482" y="132080"/>
                    <a:pt x="14132" y="121920"/>
                  </a:cubicBezTo>
                  <a:cubicBezTo>
                    <a:pt x="5242" y="107950"/>
                    <a:pt x="-1108" y="85090"/>
                    <a:pt x="162" y="68580"/>
                  </a:cubicBezTo>
                  <a:cubicBezTo>
                    <a:pt x="2702" y="50800"/>
                    <a:pt x="12862" y="30480"/>
                    <a:pt x="25562" y="19050"/>
                  </a:cubicBezTo>
                  <a:cubicBezTo>
                    <a:pt x="38262" y="7620"/>
                    <a:pt x="77632" y="0"/>
                    <a:pt x="77632" y="0"/>
                  </a:cubicBezTo>
                </a:path>
              </a:pathLst>
            </a:custGeom>
            <a:solidFill>
              <a:srgbClr val="E7191F"/>
            </a:solidFill>
            <a:ln cap="sq">
              <a:noFill/>
              <a:prstDash val="solid"/>
              <a:miter/>
            </a:ln>
          </p:spPr>
          <p:txBody>
            <a:bodyPr/>
            <a:lstStyle/>
            <a:p>
              <a:endParaRPr lang="en-GB"/>
            </a:p>
          </p:txBody>
        </p:sp>
      </p:grpSp>
      <p:grpSp>
        <p:nvGrpSpPr>
          <p:cNvPr id="20" name="Group 20"/>
          <p:cNvGrpSpPr/>
          <p:nvPr/>
        </p:nvGrpSpPr>
        <p:grpSpPr>
          <a:xfrm>
            <a:off x="5569268" y="3751897"/>
            <a:ext cx="9023985" cy="783907"/>
            <a:chOff x="0" y="0"/>
            <a:chExt cx="12031980" cy="1045210"/>
          </a:xfrm>
        </p:grpSpPr>
        <p:sp>
          <p:nvSpPr>
            <p:cNvPr id="21" name="Freeform 21"/>
            <p:cNvSpPr/>
            <p:nvPr/>
          </p:nvSpPr>
          <p:spPr>
            <a:xfrm>
              <a:off x="50800" y="46820"/>
              <a:ext cx="11930380" cy="947711"/>
            </a:xfrm>
            <a:custGeom>
              <a:avLst/>
              <a:gdLst/>
              <a:ahLst/>
              <a:cxnLst/>
              <a:rect l="l" t="t" r="r" b="b"/>
              <a:pathLst>
                <a:path w="11930380" h="947711">
                  <a:moveTo>
                    <a:pt x="8890" y="545000"/>
                  </a:moveTo>
                  <a:cubicBezTo>
                    <a:pt x="137160" y="362120"/>
                    <a:pt x="185420" y="330370"/>
                    <a:pt x="246380" y="297350"/>
                  </a:cubicBezTo>
                  <a:cubicBezTo>
                    <a:pt x="325120" y="252900"/>
                    <a:pt x="449580" y="202100"/>
                    <a:pt x="538480" y="175430"/>
                  </a:cubicBezTo>
                  <a:cubicBezTo>
                    <a:pt x="608330" y="156380"/>
                    <a:pt x="678180" y="151300"/>
                    <a:pt x="732790" y="143680"/>
                  </a:cubicBezTo>
                  <a:cubicBezTo>
                    <a:pt x="770890" y="137330"/>
                    <a:pt x="787400" y="132250"/>
                    <a:pt x="831850" y="129710"/>
                  </a:cubicBezTo>
                  <a:cubicBezTo>
                    <a:pt x="920750" y="123360"/>
                    <a:pt x="1094740" y="136060"/>
                    <a:pt x="1238250" y="129710"/>
                  </a:cubicBezTo>
                  <a:cubicBezTo>
                    <a:pt x="1400810" y="123360"/>
                    <a:pt x="1545590" y="97960"/>
                    <a:pt x="1756410" y="90340"/>
                  </a:cubicBezTo>
                  <a:cubicBezTo>
                    <a:pt x="2086610" y="76370"/>
                    <a:pt x="2800350" y="77640"/>
                    <a:pt x="3031490" y="90340"/>
                  </a:cubicBezTo>
                  <a:cubicBezTo>
                    <a:pt x="3117850" y="95420"/>
                    <a:pt x="3152140" y="99230"/>
                    <a:pt x="3209290" y="110660"/>
                  </a:cubicBezTo>
                  <a:cubicBezTo>
                    <a:pt x="3263900" y="119550"/>
                    <a:pt x="3299460" y="137330"/>
                    <a:pt x="3368040" y="148760"/>
                  </a:cubicBezTo>
                  <a:cubicBezTo>
                    <a:pt x="3488690" y="169080"/>
                    <a:pt x="3710940" y="188130"/>
                    <a:pt x="3877310" y="195750"/>
                  </a:cubicBezTo>
                  <a:cubicBezTo>
                    <a:pt x="4033520" y="204640"/>
                    <a:pt x="4217670" y="193210"/>
                    <a:pt x="4337050" y="199560"/>
                  </a:cubicBezTo>
                  <a:cubicBezTo>
                    <a:pt x="4414520" y="203370"/>
                    <a:pt x="4434840" y="214800"/>
                    <a:pt x="4527550" y="218610"/>
                  </a:cubicBezTo>
                  <a:cubicBezTo>
                    <a:pt x="4779010" y="231310"/>
                    <a:pt x="5740400" y="190670"/>
                    <a:pt x="5923280" y="214800"/>
                  </a:cubicBezTo>
                  <a:cubicBezTo>
                    <a:pt x="5969000" y="219880"/>
                    <a:pt x="5966460" y="228770"/>
                    <a:pt x="6007100" y="237660"/>
                  </a:cubicBezTo>
                  <a:cubicBezTo>
                    <a:pt x="6106160" y="256710"/>
                    <a:pt x="6379210" y="274490"/>
                    <a:pt x="6529070" y="299890"/>
                  </a:cubicBezTo>
                  <a:cubicBezTo>
                    <a:pt x="6642100" y="318940"/>
                    <a:pt x="6752590" y="336720"/>
                    <a:pt x="6826250" y="365930"/>
                  </a:cubicBezTo>
                  <a:cubicBezTo>
                    <a:pt x="6873240" y="384980"/>
                    <a:pt x="6903720" y="406570"/>
                    <a:pt x="6936740" y="430700"/>
                  </a:cubicBezTo>
                  <a:cubicBezTo>
                    <a:pt x="6965950" y="452290"/>
                    <a:pt x="6988810" y="472610"/>
                    <a:pt x="7014210" y="501820"/>
                  </a:cubicBezTo>
                  <a:cubicBezTo>
                    <a:pt x="7047230" y="538650"/>
                    <a:pt x="7077710" y="638980"/>
                    <a:pt x="7109460" y="638980"/>
                  </a:cubicBezTo>
                  <a:cubicBezTo>
                    <a:pt x="7142480" y="638980"/>
                    <a:pt x="7169150" y="534840"/>
                    <a:pt x="7212330" y="491660"/>
                  </a:cubicBezTo>
                  <a:cubicBezTo>
                    <a:pt x="7258050" y="444670"/>
                    <a:pt x="7326630" y="396410"/>
                    <a:pt x="7377430" y="371010"/>
                  </a:cubicBezTo>
                  <a:cubicBezTo>
                    <a:pt x="7414260" y="353230"/>
                    <a:pt x="7439660" y="346880"/>
                    <a:pt x="7481570" y="343070"/>
                  </a:cubicBezTo>
                  <a:cubicBezTo>
                    <a:pt x="7538720" y="336720"/>
                    <a:pt x="7640320" y="340530"/>
                    <a:pt x="7691120" y="354500"/>
                  </a:cubicBezTo>
                  <a:cubicBezTo>
                    <a:pt x="7722870" y="364660"/>
                    <a:pt x="7736840" y="374820"/>
                    <a:pt x="7763510" y="395140"/>
                  </a:cubicBezTo>
                  <a:cubicBezTo>
                    <a:pt x="7805420" y="425620"/>
                    <a:pt x="7862570" y="480230"/>
                    <a:pt x="7904480" y="531030"/>
                  </a:cubicBezTo>
                  <a:cubicBezTo>
                    <a:pt x="7948930" y="585640"/>
                    <a:pt x="7962900" y="693590"/>
                    <a:pt x="8021320" y="711370"/>
                  </a:cubicBezTo>
                  <a:cubicBezTo>
                    <a:pt x="8091170" y="732960"/>
                    <a:pt x="8220710" y="636440"/>
                    <a:pt x="8315960" y="581830"/>
                  </a:cubicBezTo>
                  <a:cubicBezTo>
                    <a:pt x="8416290" y="523410"/>
                    <a:pt x="8507730" y="425620"/>
                    <a:pt x="8604250" y="367200"/>
                  </a:cubicBezTo>
                  <a:cubicBezTo>
                    <a:pt x="8691880" y="315130"/>
                    <a:pt x="8783320" y="279570"/>
                    <a:pt x="8869680" y="241470"/>
                  </a:cubicBezTo>
                  <a:cubicBezTo>
                    <a:pt x="8947150" y="205910"/>
                    <a:pt x="9013190" y="174160"/>
                    <a:pt x="9095740" y="146220"/>
                  </a:cubicBezTo>
                  <a:cubicBezTo>
                    <a:pt x="9190990" y="111930"/>
                    <a:pt x="9343390" y="82720"/>
                    <a:pt x="9413240" y="56050"/>
                  </a:cubicBezTo>
                  <a:cubicBezTo>
                    <a:pt x="9448800" y="42080"/>
                    <a:pt x="9457690" y="25570"/>
                    <a:pt x="9491980" y="16680"/>
                  </a:cubicBezTo>
                  <a:cubicBezTo>
                    <a:pt x="9542780" y="2710"/>
                    <a:pt x="9605010" y="6520"/>
                    <a:pt x="9696450" y="3980"/>
                  </a:cubicBezTo>
                  <a:cubicBezTo>
                    <a:pt x="9883140" y="-1100"/>
                    <a:pt x="10360660" y="-2370"/>
                    <a:pt x="10544810" y="6520"/>
                  </a:cubicBezTo>
                  <a:cubicBezTo>
                    <a:pt x="10633710" y="10330"/>
                    <a:pt x="10689590" y="14140"/>
                    <a:pt x="10742930" y="25570"/>
                  </a:cubicBezTo>
                  <a:cubicBezTo>
                    <a:pt x="10778490" y="34460"/>
                    <a:pt x="10801350" y="54780"/>
                    <a:pt x="10831830" y="58590"/>
                  </a:cubicBezTo>
                  <a:cubicBezTo>
                    <a:pt x="10862310" y="62400"/>
                    <a:pt x="10894060" y="42080"/>
                    <a:pt x="10924540" y="45890"/>
                  </a:cubicBezTo>
                  <a:cubicBezTo>
                    <a:pt x="10958830" y="49700"/>
                    <a:pt x="10991850" y="77640"/>
                    <a:pt x="11028680" y="87800"/>
                  </a:cubicBezTo>
                  <a:cubicBezTo>
                    <a:pt x="11068050" y="99230"/>
                    <a:pt x="11106150" y="95420"/>
                    <a:pt x="11153140" y="108120"/>
                  </a:cubicBezTo>
                  <a:cubicBezTo>
                    <a:pt x="11221720" y="128440"/>
                    <a:pt x="11313160" y="165270"/>
                    <a:pt x="11391900" y="209720"/>
                  </a:cubicBezTo>
                  <a:cubicBezTo>
                    <a:pt x="11479530" y="259250"/>
                    <a:pt x="11586210" y="336720"/>
                    <a:pt x="11650980" y="396410"/>
                  </a:cubicBezTo>
                  <a:cubicBezTo>
                    <a:pt x="11697970" y="438320"/>
                    <a:pt x="11720830" y="473880"/>
                    <a:pt x="11756390" y="518330"/>
                  </a:cubicBezTo>
                  <a:cubicBezTo>
                    <a:pt x="11794490" y="567860"/>
                    <a:pt x="11841480" y="622470"/>
                    <a:pt x="11870690" y="678350"/>
                  </a:cubicBezTo>
                  <a:cubicBezTo>
                    <a:pt x="11897360" y="729150"/>
                    <a:pt x="11921490" y="796460"/>
                    <a:pt x="11926570" y="835830"/>
                  </a:cubicBezTo>
                  <a:cubicBezTo>
                    <a:pt x="11930380" y="858690"/>
                    <a:pt x="11931650" y="875200"/>
                    <a:pt x="11924030" y="891710"/>
                  </a:cubicBezTo>
                  <a:cubicBezTo>
                    <a:pt x="11912600" y="913300"/>
                    <a:pt x="11883390" y="939970"/>
                    <a:pt x="11860530" y="945050"/>
                  </a:cubicBezTo>
                  <a:cubicBezTo>
                    <a:pt x="11836400" y="950130"/>
                    <a:pt x="11798300" y="936160"/>
                    <a:pt x="11780520" y="922190"/>
                  </a:cubicBezTo>
                  <a:cubicBezTo>
                    <a:pt x="11766550" y="910760"/>
                    <a:pt x="11756390" y="891710"/>
                    <a:pt x="11755120" y="872660"/>
                  </a:cubicBezTo>
                  <a:cubicBezTo>
                    <a:pt x="11752580" y="849800"/>
                    <a:pt x="11766550" y="811700"/>
                    <a:pt x="11781790" y="793920"/>
                  </a:cubicBezTo>
                  <a:cubicBezTo>
                    <a:pt x="11794490" y="779950"/>
                    <a:pt x="11814810" y="771060"/>
                    <a:pt x="11832590" y="771060"/>
                  </a:cubicBezTo>
                  <a:cubicBezTo>
                    <a:pt x="11855450" y="771060"/>
                    <a:pt x="11893550" y="786300"/>
                    <a:pt x="11910060" y="802810"/>
                  </a:cubicBezTo>
                  <a:cubicBezTo>
                    <a:pt x="11922760" y="815510"/>
                    <a:pt x="11929110" y="837100"/>
                    <a:pt x="11930380" y="854880"/>
                  </a:cubicBezTo>
                  <a:cubicBezTo>
                    <a:pt x="11930380" y="872660"/>
                    <a:pt x="11926570" y="894250"/>
                    <a:pt x="11913870" y="909490"/>
                  </a:cubicBezTo>
                  <a:cubicBezTo>
                    <a:pt x="11899900" y="927270"/>
                    <a:pt x="11864340" y="945050"/>
                    <a:pt x="11841480" y="947590"/>
                  </a:cubicBezTo>
                  <a:cubicBezTo>
                    <a:pt x="11822430" y="948860"/>
                    <a:pt x="11802110" y="939970"/>
                    <a:pt x="11788140" y="928540"/>
                  </a:cubicBezTo>
                  <a:cubicBezTo>
                    <a:pt x="11774170" y="917110"/>
                    <a:pt x="11764010" y="901870"/>
                    <a:pt x="11756390" y="881550"/>
                  </a:cubicBezTo>
                  <a:cubicBezTo>
                    <a:pt x="11746230" y="853610"/>
                    <a:pt x="11755120" y="801540"/>
                    <a:pt x="11738610" y="773600"/>
                  </a:cubicBezTo>
                  <a:cubicBezTo>
                    <a:pt x="11724640" y="749470"/>
                    <a:pt x="11695430" y="744390"/>
                    <a:pt x="11672570" y="720260"/>
                  </a:cubicBezTo>
                  <a:cubicBezTo>
                    <a:pt x="11638280" y="682160"/>
                    <a:pt x="11610340" y="607230"/>
                    <a:pt x="11567160" y="557700"/>
                  </a:cubicBezTo>
                  <a:cubicBezTo>
                    <a:pt x="11522710" y="505630"/>
                    <a:pt x="11452860" y="449750"/>
                    <a:pt x="11407140" y="416730"/>
                  </a:cubicBezTo>
                  <a:cubicBezTo>
                    <a:pt x="11377930" y="395140"/>
                    <a:pt x="11357610" y="381170"/>
                    <a:pt x="11329670" y="368470"/>
                  </a:cubicBezTo>
                  <a:cubicBezTo>
                    <a:pt x="11301730" y="355770"/>
                    <a:pt x="11272520" y="353230"/>
                    <a:pt x="11239500" y="339260"/>
                  </a:cubicBezTo>
                  <a:cubicBezTo>
                    <a:pt x="11193780" y="318940"/>
                    <a:pt x="11127740" y="266870"/>
                    <a:pt x="11083290" y="254170"/>
                  </a:cubicBezTo>
                  <a:cubicBezTo>
                    <a:pt x="11052810" y="245280"/>
                    <a:pt x="11029950" y="255440"/>
                    <a:pt x="11004550" y="249090"/>
                  </a:cubicBezTo>
                  <a:cubicBezTo>
                    <a:pt x="10975340" y="241470"/>
                    <a:pt x="10958830" y="222420"/>
                    <a:pt x="10920730" y="212260"/>
                  </a:cubicBezTo>
                  <a:cubicBezTo>
                    <a:pt x="10840720" y="190670"/>
                    <a:pt x="10699750" y="174160"/>
                    <a:pt x="10542270" y="165270"/>
                  </a:cubicBezTo>
                  <a:cubicBezTo>
                    <a:pt x="10284460" y="151300"/>
                    <a:pt x="9678670" y="139870"/>
                    <a:pt x="9516110" y="174160"/>
                  </a:cubicBezTo>
                  <a:cubicBezTo>
                    <a:pt x="9462770" y="185590"/>
                    <a:pt x="9456420" y="204640"/>
                    <a:pt x="9414510" y="219880"/>
                  </a:cubicBezTo>
                  <a:cubicBezTo>
                    <a:pt x="9352280" y="242740"/>
                    <a:pt x="9260840" y="259250"/>
                    <a:pt x="9173210" y="291000"/>
                  </a:cubicBezTo>
                  <a:cubicBezTo>
                    <a:pt x="9062720" y="332910"/>
                    <a:pt x="8887460" y="415460"/>
                    <a:pt x="8804910" y="456100"/>
                  </a:cubicBezTo>
                  <a:cubicBezTo>
                    <a:pt x="8760460" y="476420"/>
                    <a:pt x="8735060" y="485310"/>
                    <a:pt x="8705850" y="505630"/>
                  </a:cubicBezTo>
                  <a:cubicBezTo>
                    <a:pt x="8676640" y="525950"/>
                    <a:pt x="8663940" y="551350"/>
                    <a:pt x="8629650" y="578020"/>
                  </a:cubicBezTo>
                  <a:cubicBezTo>
                    <a:pt x="8573770" y="622470"/>
                    <a:pt x="8470900" y="697400"/>
                    <a:pt x="8392160" y="738040"/>
                  </a:cubicBezTo>
                  <a:cubicBezTo>
                    <a:pt x="8322310" y="773600"/>
                    <a:pt x="8239760" y="791380"/>
                    <a:pt x="8186420" y="816780"/>
                  </a:cubicBezTo>
                  <a:cubicBezTo>
                    <a:pt x="8149590" y="834560"/>
                    <a:pt x="8129270" y="853610"/>
                    <a:pt x="8097520" y="866310"/>
                  </a:cubicBezTo>
                  <a:cubicBezTo>
                    <a:pt x="8063230" y="880280"/>
                    <a:pt x="8023860" y="903140"/>
                    <a:pt x="7988300" y="895520"/>
                  </a:cubicBezTo>
                  <a:cubicBezTo>
                    <a:pt x="7943850" y="886630"/>
                    <a:pt x="7880350" y="828210"/>
                    <a:pt x="7854950" y="790110"/>
                  </a:cubicBezTo>
                  <a:cubicBezTo>
                    <a:pt x="7837170" y="764710"/>
                    <a:pt x="7843520" y="734230"/>
                    <a:pt x="7829550" y="707560"/>
                  </a:cubicBezTo>
                  <a:cubicBezTo>
                    <a:pt x="7814310" y="675810"/>
                    <a:pt x="7791450" y="642790"/>
                    <a:pt x="7759700" y="614850"/>
                  </a:cubicBezTo>
                  <a:cubicBezTo>
                    <a:pt x="7719060" y="578020"/>
                    <a:pt x="7642860" y="538650"/>
                    <a:pt x="7597140" y="518330"/>
                  </a:cubicBezTo>
                  <a:cubicBezTo>
                    <a:pt x="7567930" y="505630"/>
                    <a:pt x="7547610" y="495470"/>
                    <a:pt x="7520940" y="496740"/>
                  </a:cubicBezTo>
                  <a:cubicBezTo>
                    <a:pt x="7489190" y="498010"/>
                    <a:pt x="7456170" y="509440"/>
                    <a:pt x="7420610" y="533570"/>
                  </a:cubicBezTo>
                  <a:cubicBezTo>
                    <a:pt x="7366000" y="569130"/>
                    <a:pt x="7294880" y="683430"/>
                    <a:pt x="7241540" y="724070"/>
                  </a:cubicBezTo>
                  <a:cubicBezTo>
                    <a:pt x="7207250" y="749470"/>
                    <a:pt x="7179310" y="763440"/>
                    <a:pt x="7143750" y="773600"/>
                  </a:cubicBezTo>
                  <a:cubicBezTo>
                    <a:pt x="7108190" y="783760"/>
                    <a:pt x="7065010" y="797730"/>
                    <a:pt x="7025640" y="781220"/>
                  </a:cubicBezTo>
                  <a:cubicBezTo>
                    <a:pt x="6963410" y="755820"/>
                    <a:pt x="6892290" y="616120"/>
                    <a:pt x="6836410" y="571670"/>
                  </a:cubicBezTo>
                  <a:cubicBezTo>
                    <a:pt x="6800850" y="542460"/>
                    <a:pt x="6784340" y="533570"/>
                    <a:pt x="6737350" y="517060"/>
                  </a:cubicBezTo>
                  <a:cubicBezTo>
                    <a:pt x="6640830" y="482770"/>
                    <a:pt x="6389370" y="442130"/>
                    <a:pt x="6275070" y="429430"/>
                  </a:cubicBezTo>
                  <a:cubicBezTo>
                    <a:pt x="6209030" y="423080"/>
                    <a:pt x="6172200" y="430700"/>
                    <a:pt x="6116320" y="424350"/>
                  </a:cubicBezTo>
                  <a:cubicBezTo>
                    <a:pt x="6055360" y="418000"/>
                    <a:pt x="6017260" y="396410"/>
                    <a:pt x="5923280" y="387520"/>
                  </a:cubicBezTo>
                  <a:cubicBezTo>
                    <a:pt x="5675630" y="363390"/>
                    <a:pt x="4820920" y="396410"/>
                    <a:pt x="4559300" y="382440"/>
                  </a:cubicBezTo>
                  <a:cubicBezTo>
                    <a:pt x="4453890" y="376090"/>
                    <a:pt x="4427220" y="363390"/>
                    <a:pt x="4337050" y="358310"/>
                  </a:cubicBezTo>
                  <a:cubicBezTo>
                    <a:pt x="4197350" y="350690"/>
                    <a:pt x="3948430" y="365930"/>
                    <a:pt x="3801110" y="355770"/>
                  </a:cubicBezTo>
                  <a:cubicBezTo>
                    <a:pt x="3696970" y="348150"/>
                    <a:pt x="3615690" y="326560"/>
                    <a:pt x="3534410" y="320210"/>
                  </a:cubicBezTo>
                  <a:cubicBezTo>
                    <a:pt x="3465830" y="313860"/>
                    <a:pt x="3413760" y="322750"/>
                    <a:pt x="3342640" y="315130"/>
                  </a:cubicBezTo>
                  <a:cubicBezTo>
                    <a:pt x="3249930" y="304970"/>
                    <a:pt x="3169920" y="266870"/>
                    <a:pt x="3028950" y="254170"/>
                  </a:cubicBezTo>
                  <a:cubicBezTo>
                    <a:pt x="2749550" y="227500"/>
                    <a:pt x="2089150" y="241470"/>
                    <a:pt x="1758950" y="255440"/>
                  </a:cubicBezTo>
                  <a:cubicBezTo>
                    <a:pt x="1546860" y="264330"/>
                    <a:pt x="1405890" y="291000"/>
                    <a:pt x="1238250" y="299890"/>
                  </a:cubicBezTo>
                  <a:cubicBezTo>
                    <a:pt x="1082040" y="307510"/>
                    <a:pt x="910590" y="294810"/>
                    <a:pt x="784860" y="304970"/>
                  </a:cubicBezTo>
                  <a:cubicBezTo>
                    <a:pt x="693420" y="313860"/>
                    <a:pt x="621030" y="325290"/>
                    <a:pt x="551180" y="344340"/>
                  </a:cubicBezTo>
                  <a:cubicBezTo>
                    <a:pt x="494030" y="359580"/>
                    <a:pt x="447040" y="376090"/>
                    <a:pt x="397510" y="401490"/>
                  </a:cubicBezTo>
                  <a:cubicBezTo>
                    <a:pt x="342900" y="429430"/>
                    <a:pt x="287020" y="464990"/>
                    <a:pt x="240030" y="505630"/>
                  </a:cubicBezTo>
                  <a:cubicBezTo>
                    <a:pt x="190500" y="548810"/>
                    <a:pt x="140970" y="635170"/>
                    <a:pt x="107950" y="652950"/>
                  </a:cubicBezTo>
                  <a:cubicBezTo>
                    <a:pt x="93980" y="660570"/>
                    <a:pt x="83820" y="660570"/>
                    <a:pt x="71120" y="658030"/>
                  </a:cubicBezTo>
                  <a:cubicBezTo>
                    <a:pt x="55880" y="655490"/>
                    <a:pt x="33020" y="645330"/>
                    <a:pt x="21590" y="632630"/>
                  </a:cubicBezTo>
                  <a:cubicBezTo>
                    <a:pt x="10160" y="619930"/>
                    <a:pt x="1270" y="597070"/>
                    <a:pt x="0" y="581830"/>
                  </a:cubicBezTo>
                  <a:cubicBezTo>
                    <a:pt x="0" y="567860"/>
                    <a:pt x="8890" y="545000"/>
                    <a:pt x="8890" y="545000"/>
                  </a:cubicBezTo>
                </a:path>
              </a:pathLst>
            </a:custGeom>
            <a:solidFill>
              <a:srgbClr val="E7191F"/>
            </a:solidFill>
            <a:ln cap="sq">
              <a:noFill/>
              <a:prstDash val="solid"/>
              <a:miter/>
            </a:ln>
          </p:spPr>
          <p:txBody>
            <a:bodyPr/>
            <a:lstStyle/>
            <a:p>
              <a:endParaRPr lang="en-GB"/>
            </a:p>
          </p:txBody>
        </p:sp>
      </p:grpSp>
      <p:grpSp>
        <p:nvGrpSpPr>
          <p:cNvPr id="22" name="Group 22"/>
          <p:cNvGrpSpPr/>
          <p:nvPr/>
        </p:nvGrpSpPr>
        <p:grpSpPr>
          <a:xfrm>
            <a:off x="14360843" y="3769042"/>
            <a:ext cx="2293620" cy="820102"/>
            <a:chOff x="0" y="0"/>
            <a:chExt cx="3058160" cy="1093470"/>
          </a:xfrm>
        </p:grpSpPr>
        <p:sp>
          <p:nvSpPr>
            <p:cNvPr id="23" name="Freeform 23"/>
            <p:cNvSpPr/>
            <p:nvPr/>
          </p:nvSpPr>
          <p:spPr>
            <a:xfrm>
              <a:off x="50735" y="45594"/>
              <a:ext cx="2958138" cy="1000251"/>
            </a:xfrm>
            <a:custGeom>
              <a:avLst/>
              <a:gdLst/>
              <a:ahLst/>
              <a:cxnLst/>
              <a:rect l="l" t="t" r="r" b="b"/>
              <a:pathLst>
                <a:path w="2958138" h="1000251">
                  <a:moveTo>
                    <a:pt x="16575" y="875156"/>
                  </a:moveTo>
                  <a:cubicBezTo>
                    <a:pt x="207075" y="660526"/>
                    <a:pt x="289625" y="605916"/>
                    <a:pt x="362015" y="553846"/>
                  </a:cubicBezTo>
                  <a:cubicBezTo>
                    <a:pt x="433135" y="504316"/>
                    <a:pt x="500445" y="454786"/>
                    <a:pt x="574105" y="415416"/>
                  </a:cubicBezTo>
                  <a:cubicBezTo>
                    <a:pt x="646495" y="376046"/>
                    <a:pt x="730315" y="351916"/>
                    <a:pt x="798895" y="316356"/>
                  </a:cubicBezTo>
                  <a:cubicBezTo>
                    <a:pt x="861125" y="283336"/>
                    <a:pt x="918275" y="238886"/>
                    <a:pt x="969075" y="213486"/>
                  </a:cubicBezTo>
                  <a:cubicBezTo>
                    <a:pt x="1008445" y="193166"/>
                    <a:pt x="1035115" y="184276"/>
                    <a:pt x="1077025" y="167766"/>
                  </a:cubicBezTo>
                  <a:cubicBezTo>
                    <a:pt x="1137985" y="144906"/>
                    <a:pt x="1238315" y="105536"/>
                    <a:pt x="1296735" y="94106"/>
                  </a:cubicBezTo>
                  <a:cubicBezTo>
                    <a:pt x="1334835" y="86486"/>
                    <a:pt x="1360235" y="95376"/>
                    <a:pt x="1391985" y="90296"/>
                  </a:cubicBezTo>
                  <a:cubicBezTo>
                    <a:pt x="1427545" y="83946"/>
                    <a:pt x="1455485" y="62356"/>
                    <a:pt x="1498665" y="54736"/>
                  </a:cubicBezTo>
                  <a:cubicBezTo>
                    <a:pt x="1559625" y="44576"/>
                    <a:pt x="1648525" y="53466"/>
                    <a:pt x="1724725" y="47116"/>
                  </a:cubicBezTo>
                  <a:cubicBezTo>
                    <a:pt x="1804735" y="39496"/>
                    <a:pt x="1883475" y="16636"/>
                    <a:pt x="1967295" y="10286"/>
                  </a:cubicBezTo>
                  <a:cubicBezTo>
                    <a:pt x="2058735" y="1396"/>
                    <a:pt x="2181925" y="-4954"/>
                    <a:pt x="2254315" y="5206"/>
                  </a:cubicBezTo>
                  <a:cubicBezTo>
                    <a:pt x="2300035" y="11556"/>
                    <a:pt x="2324165" y="19176"/>
                    <a:pt x="2364805" y="36956"/>
                  </a:cubicBezTo>
                  <a:cubicBezTo>
                    <a:pt x="2423225" y="62356"/>
                    <a:pt x="2509585" y="108076"/>
                    <a:pt x="2569275" y="161416"/>
                  </a:cubicBezTo>
                  <a:cubicBezTo>
                    <a:pt x="2628965" y="213486"/>
                    <a:pt x="2672145" y="287146"/>
                    <a:pt x="2720405" y="353186"/>
                  </a:cubicBezTo>
                  <a:cubicBezTo>
                    <a:pt x="2768665" y="420496"/>
                    <a:pt x="2819465" y="489076"/>
                    <a:pt x="2857565" y="557656"/>
                  </a:cubicBezTo>
                  <a:cubicBezTo>
                    <a:pt x="2893125" y="622426"/>
                    <a:pt x="2931225" y="692276"/>
                    <a:pt x="2946465" y="754506"/>
                  </a:cubicBezTo>
                  <a:cubicBezTo>
                    <a:pt x="2959165" y="805306"/>
                    <a:pt x="2960435" y="864996"/>
                    <a:pt x="2955355" y="901826"/>
                  </a:cubicBezTo>
                  <a:cubicBezTo>
                    <a:pt x="2952815" y="923416"/>
                    <a:pt x="2950275" y="939926"/>
                    <a:pt x="2937575" y="955166"/>
                  </a:cubicBezTo>
                  <a:cubicBezTo>
                    <a:pt x="2922335" y="971676"/>
                    <a:pt x="2886775" y="990726"/>
                    <a:pt x="2862645" y="989456"/>
                  </a:cubicBezTo>
                  <a:cubicBezTo>
                    <a:pt x="2838515" y="988186"/>
                    <a:pt x="2804225" y="967866"/>
                    <a:pt x="2791525" y="947546"/>
                  </a:cubicBezTo>
                  <a:cubicBezTo>
                    <a:pt x="2778825" y="925956"/>
                    <a:pt x="2778825" y="886586"/>
                    <a:pt x="2787715" y="864996"/>
                  </a:cubicBezTo>
                  <a:cubicBezTo>
                    <a:pt x="2794065" y="847216"/>
                    <a:pt x="2810575" y="831976"/>
                    <a:pt x="2825815" y="824356"/>
                  </a:cubicBezTo>
                  <a:cubicBezTo>
                    <a:pt x="2841055" y="815466"/>
                    <a:pt x="2862645" y="810386"/>
                    <a:pt x="2881695" y="814196"/>
                  </a:cubicBezTo>
                  <a:cubicBezTo>
                    <a:pt x="2903285" y="820546"/>
                    <a:pt x="2936305" y="842136"/>
                    <a:pt x="2946465" y="863726"/>
                  </a:cubicBezTo>
                  <a:cubicBezTo>
                    <a:pt x="2957895" y="886586"/>
                    <a:pt x="2955355" y="925956"/>
                    <a:pt x="2942655" y="946276"/>
                  </a:cubicBezTo>
                  <a:cubicBezTo>
                    <a:pt x="2929955" y="967866"/>
                    <a:pt x="2896935" y="988186"/>
                    <a:pt x="2872805" y="989456"/>
                  </a:cubicBezTo>
                  <a:cubicBezTo>
                    <a:pt x="2848675" y="990726"/>
                    <a:pt x="2816925" y="980566"/>
                    <a:pt x="2797875" y="955166"/>
                  </a:cubicBezTo>
                  <a:cubicBezTo>
                    <a:pt x="2761045" y="909446"/>
                    <a:pt x="2781365" y="777366"/>
                    <a:pt x="2739455" y="680846"/>
                  </a:cubicBezTo>
                  <a:cubicBezTo>
                    <a:pt x="2683575" y="550036"/>
                    <a:pt x="2538795" y="337946"/>
                    <a:pt x="2449895" y="260476"/>
                  </a:cubicBezTo>
                  <a:cubicBezTo>
                    <a:pt x="2399095" y="217296"/>
                    <a:pt x="2347025" y="204596"/>
                    <a:pt x="2306385" y="188086"/>
                  </a:cubicBezTo>
                  <a:cubicBezTo>
                    <a:pt x="2277175" y="177926"/>
                    <a:pt x="2263205" y="171576"/>
                    <a:pt x="2227645" y="167766"/>
                  </a:cubicBezTo>
                  <a:cubicBezTo>
                    <a:pt x="2159065" y="160146"/>
                    <a:pt x="2011745" y="167766"/>
                    <a:pt x="1916495" y="176656"/>
                  </a:cubicBezTo>
                  <a:cubicBezTo>
                    <a:pt x="1836485" y="184276"/>
                    <a:pt x="1766635" y="203326"/>
                    <a:pt x="1692975" y="212216"/>
                  </a:cubicBezTo>
                  <a:cubicBezTo>
                    <a:pt x="1623125" y="218566"/>
                    <a:pt x="1539305" y="212216"/>
                    <a:pt x="1485965" y="223646"/>
                  </a:cubicBezTo>
                  <a:cubicBezTo>
                    <a:pt x="1451675" y="231266"/>
                    <a:pt x="1431355" y="250316"/>
                    <a:pt x="1402145" y="255396"/>
                  </a:cubicBezTo>
                  <a:cubicBezTo>
                    <a:pt x="1371665" y="260476"/>
                    <a:pt x="1336105" y="246506"/>
                    <a:pt x="1305625" y="254126"/>
                  </a:cubicBezTo>
                  <a:cubicBezTo>
                    <a:pt x="1272605" y="261746"/>
                    <a:pt x="1249745" y="287146"/>
                    <a:pt x="1212915" y="303656"/>
                  </a:cubicBezTo>
                  <a:cubicBezTo>
                    <a:pt x="1163385" y="323976"/>
                    <a:pt x="1089725" y="337946"/>
                    <a:pt x="1033845" y="363346"/>
                  </a:cubicBezTo>
                  <a:cubicBezTo>
                    <a:pt x="980505" y="386206"/>
                    <a:pt x="937325" y="423036"/>
                    <a:pt x="883985" y="448436"/>
                  </a:cubicBezTo>
                  <a:cubicBezTo>
                    <a:pt x="829375" y="475106"/>
                    <a:pt x="767145" y="487806"/>
                    <a:pt x="707455" y="517016"/>
                  </a:cubicBezTo>
                  <a:cubicBezTo>
                    <a:pt x="642685" y="548766"/>
                    <a:pt x="579185" y="586866"/>
                    <a:pt x="509335" y="633856"/>
                  </a:cubicBezTo>
                  <a:cubicBezTo>
                    <a:pt x="426785" y="689736"/>
                    <a:pt x="321375" y="768476"/>
                    <a:pt x="248985" y="834516"/>
                  </a:cubicBezTo>
                  <a:cubicBezTo>
                    <a:pt x="191835" y="887856"/>
                    <a:pt x="147385" y="974216"/>
                    <a:pt x="108015" y="993266"/>
                  </a:cubicBezTo>
                  <a:cubicBezTo>
                    <a:pt x="87695" y="1003426"/>
                    <a:pt x="68645" y="1000886"/>
                    <a:pt x="53405" y="995806"/>
                  </a:cubicBezTo>
                  <a:cubicBezTo>
                    <a:pt x="40705" y="993266"/>
                    <a:pt x="30545" y="986916"/>
                    <a:pt x="21655" y="976756"/>
                  </a:cubicBezTo>
                  <a:cubicBezTo>
                    <a:pt x="11495" y="965326"/>
                    <a:pt x="1335" y="943736"/>
                    <a:pt x="65" y="927226"/>
                  </a:cubicBezTo>
                  <a:cubicBezTo>
                    <a:pt x="-1205" y="909446"/>
                    <a:pt x="16575" y="875156"/>
                    <a:pt x="16575" y="875156"/>
                  </a:cubicBezTo>
                </a:path>
              </a:pathLst>
            </a:custGeom>
            <a:solidFill>
              <a:srgbClr val="E7191F"/>
            </a:solidFill>
            <a:ln cap="sq">
              <a:noFill/>
              <a:prstDash val="solid"/>
              <a:miter/>
            </a:ln>
          </p:spPr>
          <p:txBody>
            <a:bodyPr/>
            <a:lstStyle/>
            <a:p>
              <a:endParaRPr lang="en-GB"/>
            </a:p>
          </p:txBody>
        </p:sp>
      </p:grpSp>
      <p:grpSp>
        <p:nvGrpSpPr>
          <p:cNvPr id="24" name="Group 24"/>
          <p:cNvGrpSpPr/>
          <p:nvPr/>
        </p:nvGrpSpPr>
        <p:grpSpPr>
          <a:xfrm>
            <a:off x="5435918" y="4262438"/>
            <a:ext cx="689610" cy="901065"/>
            <a:chOff x="0" y="0"/>
            <a:chExt cx="919480" cy="1201420"/>
          </a:xfrm>
        </p:grpSpPr>
        <p:sp>
          <p:nvSpPr>
            <p:cNvPr id="25" name="Freeform 25"/>
            <p:cNvSpPr/>
            <p:nvPr/>
          </p:nvSpPr>
          <p:spPr>
            <a:xfrm>
              <a:off x="42562" y="50208"/>
              <a:ext cx="829293" cy="1100412"/>
            </a:xfrm>
            <a:custGeom>
              <a:avLst/>
              <a:gdLst/>
              <a:ahLst/>
              <a:cxnLst/>
              <a:rect l="l" t="t" r="r" b="b"/>
              <a:pathLst>
                <a:path w="829293" h="1100412">
                  <a:moveTo>
                    <a:pt x="321928" y="222842"/>
                  </a:moveTo>
                  <a:cubicBezTo>
                    <a:pt x="253348" y="266022"/>
                    <a:pt x="233028" y="300312"/>
                    <a:pt x="217788" y="335872"/>
                  </a:cubicBezTo>
                  <a:cubicBezTo>
                    <a:pt x="197468" y="382862"/>
                    <a:pt x="186038" y="446362"/>
                    <a:pt x="178418" y="509862"/>
                  </a:cubicBezTo>
                  <a:cubicBezTo>
                    <a:pt x="170798" y="584792"/>
                    <a:pt x="168258" y="702902"/>
                    <a:pt x="179688" y="760052"/>
                  </a:cubicBezTo>
                  <a:cubicBezTo>
                    <a:pt x="186038" y="791802"/>
                    <a:pt x="191118" y="813392"/>
                    <a:pt x="210168" y="832442"/>
                  </a:cubicBezTo>
                  <a:cubicBezTo>
                    <a:pt x="230488" y="852762"/>
                    <a:pt x="266048" y="861652"/>
                    <a:pt x="302878" y="871812"/>
                  </a:cubicBezTo>
                  <a:cubicBezTo>
                    <a:pt x="352408" y="887052"/>
                    <a:pt x="432418" y="888322"/>
                    <a:pt x="485758" y="902292"/>
                  </a:cubicBezTo>
                  <a:cubicBezTo>
                    <a:pt x="528938" y="913722"/>
                    <a:pt x="574658" y="958172"/>
                    <a:pt x="600058" y="944202"/>
                  </a:cubicBezTo>
                  <a:cubicBezTo>
                    <a:pt x="630538" y="928962"/>
                    <a:pt x="636888" y="843872"/>
                    <a:pt x="644508" y="787992"/>
                  </a:cubicBezTo>
                  <a:cubicBezTo>
                    <a:pt x="653398" y="728302"/>
                    <a:pt x="653398" y="647022"/>
                    <a:pt x="648318" y="598762"/>
                  </a:cubicBezTo>
                  <a:cubicBezTo>
                    <a:pt x="644508" y="567012"/>
                    <a:pt x="631808" y="547962"/>
                    <a:pt x="629268" y="521292"/>
                  </a:cubicBezTo>
                  <a:cubicBezTo>
                    <a:pt x="625458" y="493352"/>
                    <a:pt x="639428" y="464142"/>
                    <a:pt x="627998" y="432392"/>
                  </a:cubicBezTo>
                  <a:cubicBezTo>
                    <a:pt x="610218" y="384132"/>
                    <a:pt x="553068" y="313012"/>
                    <a:pt x="492108" y="268562"/>
                  </a:cubicBezTo>
                  <a:cubicBezTo>
                    <a:pt x="414638" y="215222"/>
                    <a:pt x="234298" y="203792"/>
                    <a:pt x="186038" y="158072"/>
                  </a:cubicBezTo>
                  <a:cubicBezTo>
                    <a:pt x="161908" y="133942"/>
                    <a:pt x="154288" y="103462"/>
                    <a:pt x="154288" y="79332"/>
                  </a:cubicBezTo>
                  <a:cubicBezTo>
                    <a:pt x="154288" y="60282"/>
                    <a:pt x="164448" y="39962"/>
                    <a:pt x="178418" y="27262"/>
                  </a:cubicBezTo>
                  <a:cubicBezTo>
                    <a:pt x="194928" y="12022"/>
                    <a:pt x="233028" y="-3218"/>
                    <a:pt x="257158" y="592"/>
                  </a:cubicBezTo>
                  <a:cubicBezTo>
                    <a:pt x="282558" y="4402"/>
                    <a:pt x="314308" y="28532"/>
                    <a:pt x="324468" y="50122"/>
                  </a:cubicBezTo>
                  <a:cubicBezTo>
                    <a:pt x="335898" y="72982"/>
                    <a:pt x="330818" y="113622"/>
                    <a:pt x="320658" y="135212"/>
                  </a:cubicBezTo>
                  <a:cubicBezTo>
                    <a:pt x="313038" y="151722"/>
                    <a:pt x="293988" y="165692"/>
                    <a:pt x="277478" y="172042"/>
                  </a:cubicBezTo>
                  <a:cubicBezTo>
                    <a:pt x="260968" y="178392"/>
                    <a:pt x="238108" y="179662"/>
                    <a:pt x="220328" y="175852"/>
                  </a:cubicBezTo>
                  <a:cubicBezTo>
                    <a:pt x="202548" y="170772"/>
                    <a:pt x="183498" y="158072"/>
                    <a:pt x="172068" y="144102"/>
                  </a:cubicBezTo>
                  <a:cubicBezTo>
                    <a:pt x="161908" y="128862"/>
                    <a:pt x="154288" y="107272"/>
                    <a:pt x="154288" y="89492"/>
                  </a:cubicBezTo>
                  <a:cubicBezTo>
                    <a:pt x="154288" y="71712"/>
                    <a:pt x="160638" y="48852"/>
                    <a:pt x="172068" y="34882"/>
                  </a:cubicBezTo>
                  <a:cubicBezTo>
                    <a:pt x="182228" y="20912"/>
                    <a:pt x="197468" y="6942"/>
                    <a:pt x="219058" y="3132"/>
                  </a:cubicBezTo>
                  <a:cubicBezTo>
                    <a:pt x="252078" y="-4488"/>
                    <a:pt x="309228" y="10752"/>
                    <a:pt x="358758" y="24722"/>
                  </a:cubicBezTo>
                  <a:cubicBezTo>
                    <a:pt x="417178" y="39962"/>
                    <a:pt x="485758" y="57742"/>
                    <a:pt x="545448" y="95842"/>
                  </a:cubicBezTo>
                  <a:cubicBezTo>
                    <a:pt x="614028" y="140292"/>
                    <a:pt x="700388" y="236812"/>
                    <a:pt x="739758" y="287612"/>
                  </a:cubicBezTo>
                  <a:cubicBezTo>
                    <a:pt x="761348" y="316822"/>
                    <a:pt x="768968" y="329522"/>
                    <a:pt x="781668" y="361272"/>
                  </a:cubicBezTo>
                  <a:cubicBezTo>
                    <a:pt x="800718" y="412072"/>
                    <a:pt x="817228" y="503512"/>
                    <a:pt x="824848" y="570822"/>
                  </a:cubicBezTo>
                  <a:cubicBezTo>
                    <a:pt x="831198" y="633052"/>
                    <a:pt x="829928" y="701632"/>
                    <a:pt x="826118" y="753702"/>
                  </a:cubicBezTo>
                  <a:cubicBezTo>
                    <a:pt x="822308" y="791802"/>
                    <a:pt x="819768" y="817202"/>
                    <a:pt x="810878" y="855302"/>
                  </a:cubicBezTo>
                  <a:cubicBezTo>
                    <a:pt x="798178" y="903562"/>
                    <a:pt x="777858" y="977222"/>
                    <a:pt x="748648" y="1016592"/>
                  </a:cubicBezTo>
                  <a:cubicBezTo>
                    <a:pt x="725788" y="1048342"/>
                    <a:pt x="694038" y="1072472"/>
                    <a:pt x="664828" y="1085172"/>
                  </a:cubicBezTo>
                  <a:cubicBezTo>
                    <a:pt x="640698" y="1096602"/>
                    <a:pt x="615298" y="1100412"/>
                    <a:pt x="589898" y="1100412"/>
                  </a:cubicBezTo>
                  <a:cubicBezTo>
                    <a:pt x="561958" y="1099142"/>
                    <a:pt x="535288" y="1082632"/>
                    <a:pt x="506078" y="1078822"/>
                  </a:cubicBezTo>
                  <a:cubicBezTo>
                    <a:pt x="476868" y="1075012"/>
                    <a:pt x="451468" y="1082632"/>
                    <a:pt x="412098" y="1076282"/>
                  </a:cubicBezTo>
                  <a:cubicBezTo>
                    <a:pt x="346058" y="1066122"/>
                    <a:pt x="213978" y="1033102"/>
                    <a:pt x="150478" y="998812"/>
                  </a:cubicBezTo>
                  <a:cubicBezTo>
                    <a:pt x="107298" y="975952"/>
                    <a:pt x="78088" y="948012"/>
                    <a:pt x="53958" y="916262"/>
                  </a:cubicBezTo>
                  <a:cubicBezTo>
                    <a:pt x="31098" y="884512"/>
                    <a:pt x="17128" y="855302"/>
                    <a:pt x="8238" y="808312"/>
                  </a:cubicBezTo>
                  <a:cubicBezTo>
                    <a:pt x="-7002" y="727032"/>
                    <a:pt x="618" y="537802"/>
                    <a:pt x="17128" y="457792"/>
                  </a:cubicBezTo>
                  <a:cubicBezTo>
                    <a:pt x="26018" y="414612"/>
                    <a:pt x="47608" y="390482"/>
                    <a:pt x="55228" y="360002"/>
                  </a:cubicBezTo>
                  <a:cubicBezTo>
                    <a:pt x="62848" y="332062"/>
                    <a:pt x="53958" y="311742"/>
                    <a:pt x="65388" y="282532"/>
                  </a:cubicBezTo>
                  <a:cubicBezTo>
                    <a:pt x="85708" y="234272"/>
                    <a:pt x="159368" y="141562"/>
                    <a:pt x="200008" y="108542"/>
                  </a:cubicBezTo>
                  <a:cubicBezTo>
                    <a:pt x="225408" y="89492"/>
                    <a:pt x="246998" y="80602"/>
                    <a:pt x="269858" y="76792"/>
                  </a:cubicBezTo>
                  <a:cubicBezTo>
                    <a:pt x="288908" y="74252"/>
                    <a:pt x="309228" y="76792"/>
                    <a:pt x="324468" y="84412"/>
                  </a:cubicBezTo>
                  <a:cubicBezTo>
                    <a:pt x="339708" y="93302"/>
                    <a:pt x="354948" y="111082"/>
                    <a:pt x="360028" y="126322"/>
                  </a:cubicBezTo>
                  <a:cubicBezTo>
                    <a:pt x="366378" y="142832"/>
                    <a:pt x="366378" y="166962"/>
                    <a:pt x="358758" y="182202"/>
                  </a:cubicBezTo>
                  <a:cubicBezTo>
                    <a:pt x="352408" y="198712"/>
                    <a:pt x="321928" y="222842"/>
                    <a:pt x="321928" y="222842"/>
                  </a:cubicBezTo>
                </a:path>
              </a:pathLst>
            </a:custGeom>
            <a:solidFill>
              <a:srgbClr val="E7191F"/>
            </a:solidFill>
            <a:ln cap="sq">
              <a:noFill/>
              <a:prstDash val="solid"/>
              <a:miter/>
            </a:ln>
          </p:spPr>
          <p:txBody>
            <a:bodyPr/>
            <a:lstStyle/>
            <a:p>
              <a:endParaRPr lang="en-GB"/>
            </a:p>
          </p:txBody>
        </p:sp>
      </p:grpSp>
      <p:grpSp>
        <p:nvGrpSpPr>
          <p:cNvPr id="26" name="Group 26"/>
          <p:cNvGrpSpPr/>
          <p:nvPr/>
        </p:nvGrpSpPr>
        <p:grpSpPr>
          <a:xfrm>
            <a:off x="10393680" y="4213860"/>
            <a:ext cx="862965" cy="1094423"/>
            <a:chOff x="0" y="0"/>
            <a:chExt cx="1150620" cy="1459230"/>
          </a:xfrm>
        </p:grpSpPr>
        <p:sp>
          <p:nvSpPr>
            <p:cNvPr id="27" name="Freeform 27"/>
            <p:cNvSpPr/>
            <p:nvPr/>
          </p:nvSpPr>
          <p:spPr>
            <a:xfrm>
              <a:off x="48719" y="50800"/>
              <a:ext cx="1053070" cy="1357936"/>
            </a:xfrm>
            <a:custGeom>
              <a:avLst/>
              <a:gdLst/>
              <a:ahLst/>
              <a:cxnLst/>
              <a:rect l="l" t="t" r="r" b="b"/>
              <a:pathLst>
                <a:path w="1053070" h="1357936">
                  <a:moveTo>
                    <a:pt x="734871" y="377190"/>
                  </a:moveTo>
                  <a:cubicBezTo>
                    <a:pt x="510081" y="431800"/>
                    <a:pt x="497381" y="449580"/>
                    <a:pt x="471981" y="459740"/>
                  </a:cubicBezTo>
                  <a:cubicBezTo>
                    <a:pt x="442771" y="472440"/>
                    <a:pt x="408481" y="464820"/>
                    <a:pt x="375461" y="488950"/>
                  </a:cubicBezTo>
                  <a:cubicBezTo>
                    <a:pt x="315771" y="532130"/>
                    <a:pt x="221791" y="695960"/>
                    <a:pt x="193851" y="760730"/>
                  </a:cubicBezTo>
                  <a:cubicBezTo>
                    <a:pt x="179881" y="792480"/>
                    <a:pt x="179881" y="810260"/>
                    <a:pt x="176071" y="838200"/>
                  </a:cubicBezTo>
                  <a:cubicBezTo>
                    <a:pt x="172261" y="869950"/>
                    <a:pt x="168451" y="909320"/>
                    <a:pt x="173531" y="942340"/>
                  </a:cubicBezTo>
                  <a:cubicBezTo>
                    <a:pt x="178611" y="974090"/>
                    <a:pt x="182421" y="1005840"/>
                    <a:pt x="206551" y="1031240"/>
                  </a:cubicBezTo>
                  <a:cubicBezTo>
                    <a:pt x="243381" y="1070610"/>
                    <a:pt x="353871" y="1111250"/>
                    <a:pt x="409751" y="1122680"/>
                  </a:cubicBezTo>
                  <a:cubicBezTo>
                    <a:pt x="446581" y="1130300"/>
                    <a:pt x="475791" y="1115060"/>
                    <a:pt x="506271" y="1122680"/>
                  </a:cubicBezTo>
                  <a:cubicBezTo>
                    <a:pt x="538021" y="1129030"/>
                    <a:pt x="564691" y="1154430"/>
                    <a:pt x="595171" y="1164590"/>
                  </a:cubicBezTo>
                  <a:cubicBezTo>
                    <a:pt x="626921" y="1174750"/>
                    <a:pt x="666291" y="1192530"/>
                    <a:pt x="695501" y="1183640"/>
                  </a:cubicBezTo>
                  <a:cubicBezTo>
                    <a:pt x="727251" y="1173480"/>
                    <a:pt x="761541" y="1129030"/>
                    <a:pt x="778051" y="1099820"/>
                  </a:cubicBezTo>
                  <a:cubicBezTo>
                    <a:pt x="790751" y="1074420"/>
                    <a:pt x="783131" y="1046480"/>
                    <a:pt x="792021" y="1018540"/>
                  </a:cubicBezTo>
                  <a:cubicBezTo>
                    <a:pt x="802181" y="986790"/>
                    <a:pt x="826311" y="957580"/>
                    <a:pt x="839011" y="918210"/>
                  </a:cubicBezTo>
                  <a:cubicBezTo>
                    <a:pt x="855521" y="864870"/>
                    <a:pt x="872031" y="792480"/>
                    <a:pt x="875841" y="726440"/>
                  </a:cubicBezTo>
                  <a:cubicBezTo>
                    <a:pt x="880921" y="659130"/>
                    <a:pt x="879651" y="585470"/>
                    <a:pt x="864411" y="518160"/>
                  </a:cubicBezTo>
                  <a:cubicBezTo>
                    <a:pt x="849171" y="452120"/>
                    <a:pt x="814881" y="378460"/>
                    <a:pt x="784401" y="326390"/>
                  </a:cubicBezTo>
                  <a:cubicBezTo>
                    <a:pt x="760271" y="287020"/>
                    <a:pt x="733601" y="251460"/>
                    <a:pt x="704391" y="228600"/>
                  </a:cubicBezTo>
                  <a:cubicBezTo>
                    <a:pt x="680261" y="209550"/>
                    <a:pt x="657401" y="201930"/>
                    <a:pt x="628191" y="191770"/>
                  </a:cubicBezTo>
                  <a:cubicBezTo>
                    <a:pt x="590091" y="179070"/>
                    <a:pt x="525321" y="182880"/>
                    <a:pt x="496111" y="166370"/>
                  </a:cubicBezTo>
                  <a:cubicBezTo>
                    <a:pt x="477061" y="156210"/>
                    <a:pt x="465631" y="140970"/>
                    <a:pt x="458011" y="124460"/>
                  </a:cubicBezTo>
                  <a:cubicBezTo>
                    <a:pt x="450391" y="107950"/>
                    <a:pt x="449121" y="86360"/>
                    <a:pt x="452931" y="68580"/>
                  </a:cubicBezTo>
                  <a:cubicBezTo>
                    <a:pt x="456741" y="50800"/>
                    <a:pt x="469441" y="31750"/>
                    <a:pt x="482141" y="20320"/>
                  </a:cubicBezTo>
                  <a:cubicBezTo>
                    <a:pt x="496111" y="8890"/>
                    <a:pt x="516431" y="0"/>
                    <a:pt x="535481" y="0"/>
                  </a:cubicBezTo>
                  <a:cubicBezTo>
                    <a:pt x="558341" y="1270"/>
                    <a:pt x="595171" y="19050"/>
                    <a:pt x="610411" y="35560"/>
                  </a:cubicBezTo>
                  <a:cubicBezTo>
                    <a:pt x="621841" y="50800"/>
                    <a:pt x="626921" y="72390"/>
                    <a:pt x="626921" y="90170"/>
                  </a:cubicBezTo>
                  <a:cubicBezTo>
                    <a:pt x="626921" y="107950"/>
                    <a:pt x="621841" y="129540"/>
                    <a:pt x="607871" y="143510"/>
                  </a:cubicBezTo>
                  <a:cubicBezTo>
                    <a:pt x="592631" y="160020"/>
                    <a:pt x="557071" y="179070"/>
                    <a:pt x="532941" y="176530"/>
                  </a:cubicBezTo>
                  <a:cubicBezTo>
                    <a:pt x="508811" y="175260"/>
                    <a:pt x="475791" y="152400"/>
                    <a:pt x="461821" y="133350"/>
                  </a:cubicBezTo>
                  <a:cubicBezTo>
                    <a:pt x="451661" y="118110"/>
                    <a:pt x="449121" y="95250"/>
                    <a:pt x="451661" y="77470"/>
                  </a:cubicBezTo>
                  <a:cubicBezTo>
                    <a:pt x="452931" y="59690"/>
                    <a:pt x="463091" y="39370"/>
                    <a:pt x="475791" y="26670"/>
                  </a:cubicBezTo>
                  <a:cubicBezTo>
                    <a:pt x="488491" y="13970"/>
                    <a:pt x="503731" y="3810"/>
                    <a:pt x="525321" y="1270"/>
                  </a:cubicBezTo>
                  <a:cubicBezTo>
                    <a:pt x="564691" y="-3810"/>
                    <a:pt x="645971" y="16510"/>
                    <a:pt x="691691" y="33020"/>
                  </a:cubicBezTo>
                  <a:cubicBezTo>
                    <a:pt x="727251" y="44450"/>
                    <a:pt x="750111" y="58420"/>
                    <a:pt x="779321" y="77470"/>
                  </a:cubicBezTo>
                  <a:cubicBezTo>
                    <a:pt x="813611" y="99060"/>
                    <a:pt x="852981" y="121920"/>
                    <a:pt x="884731" y="158750"/>
                  </a:cubicBezTo>
                  <a:cubicBezTo>
                    <a:pt x="925371" y="207010"/>
                    <a:pt x="964741" y="289560"/>
                    <a:pt x="990141" y="353060"/>
                  </a:cubicBezTo>
                  <a:cubicBezTo>
                    <a:pt x="1014271" y="410210"/>
                    <a:pt x="1029511" y="462280"/>
                    <a:pt x="1039671" y="523240"/>
                  </a:cubicBezTo>
                  <a:cubicBezTo>
                    <a:pt x="1051101" y="593090"/>
                    <a:pt x="1056181" y="676910"/>
                    <a:pt x="1051101" y="748030"/>
                  </a:cubicBezTo>
                  <a:cubicBezTo>
                    <a:pt x="1044751" y="814070"/>
                    <a:pt x="1029511" y="869950"/>
                    <a:pt x="1010461" y="933450"/>
                  </a:cubicBezTo>
                  <a:cubicBezTo>
                    <a:pt x="988871" y="1003300"/>
                    <a:pt x="957121" y="1085850"/>
                    <a:pt x="924101" y="1149350"/>
                  </a:cubicBezTo>
                  <a:cubicBezTo>
                    <a:pt x="894891" y="1206500"/>
                    <a:pt x="865681" y="1266190"/>
                    <a:pt x="826311" y="1301750"/>
                  </a:cubicBezTo>
                  <a:cubicBezTo>
                    <a:pt x="793291" y="1330960"/>
                    <a:pt x="762811" y="1350010"/>
                    <a:pt x="712011" y="1356360"/>
                  </a:cubicBezTo>
                  <a:cubicBezTo>
                    <a:pt x="625651" y="1367790"/>
                    <a:pt x="445311" y="1314450"/>
                    <a:pt x="342441" y="1280160"/>
                  </a:cubicBezTo>
                  <a:cubicBezTo>
                    <a:pt x="264971" y="1254760"/>
                    <a:pt x="192581" y="1220470"/>
                    <a:pt x="144321" y="1189990"/>
                  </a:cubicBezTo>
                  <a:cubicBezTo>
                    <a:pt x="112571" y="1170940"/>
                    <a:pt x="90981" y="1154430"/>
                    <a:pt x="70661" y="1130300"/>
                  </a:cubicBezTo>
                  <a:cubicBezTo>
                    <a:pt x="50341" y="1106170"/>
                    <a:pt x="32561" y="1075690"/>
                    <a:pt x="21131" y="1045210"/>
                  </a:cubicBezTo>
                  <a:cubicBezTo>
                    <a:pt x="9701" y="1013460"/>
                    <a:pt x="5891" y="976630"/>
                    <a:pt x="2081" y="941070"/>
                  </a:cubicBezTo>
                  <a:cubicBezTo>
                    <a:pt x="-459" y="906780"/>
                    <a:pt x="-1729" y="875030"/>
                    <a:pt x="4621" y="834390"/>
                  </a:cubicBezTo>
                  <a:cubicBezTo>
                    <a:pt x="14781" y="779780"/>
                    <a:pt x="42721" y="702310"/>
                    <a:pt x="71931" y="642620"/>
                  </a:cubicBezTo>
                  <a:cubicBezTo>
                    <a:pt x="102411" y="581660"/>
                    <a:pt x="144321" y="523240"/>
                    <a:pt x="183691" y="473710"/>
                  </a:cubicBezTo>
                  <a:cubicBezTo>
                    <a:pt x="219251" y="429260"/>
                    <a:pt x="245921" y="389890"/>
                    <a:pt x="294181" y="356870"/>
                  </a:cubicBezTo>
                  <a:cubicBezTo>
                    <a:pt x="353871" y="316230"/>
                    <a:pt x="449121" y="287020"/>
                    <a:pt x="524051" y="265430"/>
                  </a:cubicBezTo>
                  <a:cubicBezTo>
                    <a:pt x="591361" y="245110"/>
                    <a:pt x="680261" y="218440"/>
                    <a:pt x="723441" y="226060"/>
                  </a:cubicBezTo>
                  <a:cubicBezTo>
                    <a:pt x="745031" y="229870"/>
                    <a:pt x="760271" y="240030"/>
                    <a:pt x="771701" y="254000"/>
                  </a:cubicBezTo>
                  <a:cubicBezTo>
                    <a:pt x="781861" y="266700"/>
                    <a:pt x="789481" y="289560"/>
                    <a:pt x="788211" y="306070"/>
                  </a:cubicBezTo>
                  <a:cubicBezTo>
                    <a:pt x="788211" y="323850"/>
                    <a:pt x="776781" y="345440"/>
                    <a:pt x="766621" y="358140"/>
                  </a:cubicBezTo>
                  <a:cubicBezTo>
                    <a:pt x="759001" y="367030"/>
                    <a:pt x="734871" y="377190"/>
                    <a:pt x="734871" y="377190"/>
                  </a:cubicBezTo>
                </a:path>
              </a:pathLst>
            </a:custGeom>
            <a:solidFill>
              <a:srgbClr val="E7191F"/>
            </a:solidFill>
            <a:ln cap="sq">
              <a:noFill/>
              <a:prstDash val="solid"/>
              <a:miter/>
            </a:ln>
          </p:spPr>
          <p:txBody>
            <a:bodyPr/>
            <a:lstStyle/>
            <a:p>
              <a:endParaRPr lang="en-GB"/>
            </a:p>
          </p:txBody>
        </p:sp>
      </p:grpSp>
      <p:grpSp>
        <p:nvGrpSpPr>
          <p:cNvPr id="28" name="Group 28"/>
          <p:cNvGrpSpPr/>
          <p:nvPr/>
        </p:nvGrpSpPr>
        <p:grpSpPr>
          <a:xfrm>
            <a:off x="11216640" y="4182428"/>
            <a:ext cx="802005" cy="1093470"/>
            <a:chOff x="0" y="0"/>
            <a:chExt cx="1069340" cy="1457960"/>
          </a:xfrm>
        </p:grpSpPr>
        <p:sp>
          <p:nvSpPr>
            <p:cNvPr id="29" name="Freeform 29"/>
            <p:cNvSpPr/>
            <p:nvPr/>
          </p:nvSpPr>
          <p:spPr>
            <a:xfrm>
              <a:off x="44106" y="50584"/>
              <a:ext cx="975245" cy="1359635"/>
            </a:xfrm>
            <a:custGeom>
              <a:avLst/>
              <a:gdLst/>
              <a:ahLst/>
              <a:cxnLst/>
              <a:rect l="l" t="t" r="r" b="b"/>
              <a:pathLst>
                <a:path w="975245" h="1359635">
                  <a:moveTo>
                    <a:pt x="484214" y="374866"/>
                  </a:moveTo>
                  <a:cubicBezTo>
                    <a:pt x="211164" y="510756"/>
                    <a:pt x="184494" y="517106"/>
                    <a:pt x="170524" y="552666"/>
                  </a:cubicBezTo>
                  <a:cubicBezTo>
                    <a:pt x="141314" y="621246"/>
                    <a:pt x="178144" y="835876"/>
                    <a:pt x="195924" y="917156"/>
                  </a:cubicBezTo>
                  <a:cubicBezTo>
                    <a:pt x="206084" y="960336"/>
                    <a:pt x="214974" y="980656"/>
                    <a:pt x="232754" y="1014946"/>
                  </a:cubicBezTo>
                  <a:cubicBezTo>
                    <a:pt x="256884" y="1056856"/>
                    <a:pt x="286094" y="1117816"/>
                    <a:pt x="331814" y="1149566"/>
                  </a:cubicBezTo>
                  <a:cubicBezTo>
                    <a:pt x="382614" y="1183856"/>
                    <a:pt x="480404" y="1201636"/>
                    <a:pt x="532474" y="1201636"/>
                  </a:cubicBezTo>
                  <a:cubicBezTo>
                    <a:pt x="564224" y="1201636"/>
                    <a:pt x="587084" y="1191476"/>
                    <a:pt x="611214" y="1180046"/>
                  </a:cubicBezTo>
                  <a:cubicBezTo>
                    <a:pt x="635344" y="1168616"/>
                    <a:pt x="656934" y="1158456"/>
                    <a:pt x="678524" y="1134326"/>
                  </a:cubicBezTo>
                  <a:cubicBezTo>
                    <a:pt x="714084" y="1093686"/>
                    <a:pt x="757264" y="995896"/>
                    <a:pt x="777584" y="938746"/>
                  </a:cubicBezTo>
                  <a:cubicBezTo>
                    <a:pt x="790284" y="899376"/>
                    <a:pt x="795364" y="875246"/>
                    <a:pt x="797904" y="834606"/>
                  </a:cubicBezTo>
                  <a:cubicBezTo>
                    <a:pt x="800444" y="779996"/>
                    <a:pt x="791554" y="694906"/>
                    <a:pt x="778854" y="641566"/>
                  </a:cubicBezTo>
                  <a:cubicBezTo>
                    <a:pt x="769964" y="602196"/>
                    <a:pt x="767424" y="581876"/>
                    <a:pt x="742024" y="541236"/>
                  </a:cubicBezTo>
                  <a:cubicBezTo>
                    <a:pt x="686144" y="452336"/>
                    <a:pt x="460084" y="199606"/>
                    <a:pt x="391504" y="170396"/>
                  </a:cubicBezTo>
                  <a:cubicBezTo>
                    <a:pt x="369914" y="161506"/>
                    <a:pt x="355944" y="175476"/>
                    <a:pt x="340704" y="170396"/>
                  </a:cubicBezTo>
                  <a:cubicBezTo>
                    <a:pt x="324194" y="165316"/>
                    <a:pt x="306414" y="151346"/>
                    <a:pt x="296254" y="136106"/>
                  </a:cubicBezTo>
                  <a:cubicBezTo>
                    <a:pt x="286094" y="122136"/>
                    <a:pt x="278474" y="100546"/>
                    <a:pt x="282284" y="82766"/>
                  </a:cubicBezTo>
                  <a:cubicBezTo>
                    <a:pt x="284824" y="59906"/>
                    <a:pt x="306414" y="25616"/>
                    <a:pt x="324194" y="12916"/>
                  </a:cubicBezTo>
                  <a:cubicBezTo>
                    <a:pt x="339434" y="1486"/>
                    <a:pt x="362294" y="-1054"/>
                    <a:pt x="378804" y="1486"/>
                  </a:cubicBezTo>
                  <a:cubicBezTo>
                    <a:pt x="396584" y="2756"/>
                    <a:pt x="416904" y="10376"/>
                    <a:pt x="429604" y="24346"/>
                  </a:cubicBezTo>
                  <a:cubicBezTo>
                    <a:pt x="444844" y="42126"/>
                    <a:pt x="460084" y="78956"/>
                    <a:pt x="455004" y="103086"/>
                  </a:cubicBezTo>
                  <a:cubicBezTo>
                    <a:pt x="451194" y="125946"/>
                    <a:pt x="427064" y="157696"/>
                    <a:pt x="405474" y="167856"/>
                  </a:cubicBezTo>
                  <a:cubicBezTo>
                    <a:pt x="383884" y="178016"/>
                    <a:pt x="344514" y="175476"/>
                    <a:pt x="322924" y="162776"/>
                  </a:cubicBezTo>
                  <a:cubicBezTo>
                    <a:pt x="302604" y="150076"/>
                    <a:pt x="284824" y="114516"/>
                    <a:pt x="282284" y="91656"/>
                  </a:cubicBezTo>
                  <a:cubicBezTo>
                    <a:pt x="279744" y="73876"/>
                    <a:pt x="284824" y="52286"/>
                    <a:pt x="297524" y="38316"/>
                  </a:cubicBezTo>
                  <a:cubicBezTo>
                    <a:pt x="311494" y="20536"/>
                    <a:pt x="341974" y="2756"/>
                    <a:pt x="369914" y="216"/>
                  </a:cubicBezTo>
                  <a:cubicBezTo>
                    <a:pt x="402934" y="-2324"/>
                    <a:pt x="447384" y="17996"/>
                    <a:pt x="485484" y="38316"/>
                  </a:cubicBezTo>
                  <a:cubicBezTo>
                    <a:pt x="531204" y="61176"/>
                    <a:pt x="579464" y="99276"/>
                    <a:pt x="620104" y="137376"/>
                  </a:cubicBezTo>
                  <a:cubicBezTo>
                    <a:pt x="662014" y="175476"/>
                    <a:pt x="702654" y="226276"/>
                    <a:pt x="731864" y="268186"/>
                  </a:cubicBezTo>
                  <a:cubicBezTo>
                    <a:pt x="755994" y="299936"/>
                    <a:pt x="764884" y="332956"/>
                    <a:pt x="787744" y="360896"/>
                  </a:cubicBezTo>
                  <a:cubicBezTo>
                    <a:pt x="813144" y="388836"/>
                    <a:pt x="853784" y="407886"/>
                    <a:pt x="879184" y="437096"/>
                  </a:cubicBezTo>
                  <a:cubicBezTo>
                    <a:pt x="902044" y="466306"/>
                    <a:pt x="918554" y="494246"/>
                    <a:pt x="933794" y="534886"/>
                  </a:cubicBezTo>
                  <a:cubicBezTo>
                    <a:pt x="954114" y="590766"/>
                    <a:pt x="968084" y="691096"/>
                    <a:pt x="973164" y="748246"/>
                  </a:cubicBezTo>
                  <a:cubicBezTo>
                    <a:pt x="975704" y="786346"/>
                    <a:pt x="976974" y="804126"/>
                    <a:pt x="970624" y="843496"/>
                  </a:cubicBezTo>
                  <a:cubicBezTo>
                    <a:pt x="959194" y="910806"/>
                    <a:pt x="921094" y="1041616"/>
                    <a:pt x="888074" y="1116546"/>
                  </a:cubicBezTo>
                  <a:cubicBezTo>
                    <a:pt x="862674" y="1173696"/>
                    <a:pt x="833464" y="1221956"/>
                    <a:pt x="801714" y="1258786"/>
                  </a:cubicBezTo>
                  <a:cubicBezTo>
                    <a:pt x="777584" y="1287996"/>
                    <a:pt x="753454" y="1310856"/>
                    <a:pt x="724244" y="1327366"/>
                  </a:cubicBezTo>
                  <a:cubicBezTo>
                    <a:pt x="696304" y="1342606"/>
                    <a:pt x="668364" y="1351496"/>
                    <a:pt x="632804" y="1356576"/>
                  </a:cubicBezTo>
                  <a:cubicBezTo>
                    <a:pt x="584544" y="1362926"/>
                    <a:pt x="515964" y="1359116"/>
                    <a:pt x="458814" y="1347686"/>
                  </a:cubicBezTo>
                  <a:cubicBezTo>
                    <a:pt x="400394" y="1336256"/>
                    <a:pt x="340704" y="1315936"/>
                    <a:pt x="287364" y="1285456"/>
                  </a:cubicBezTo>
                  <a:cubicBezTo>
                    <a:pt x="228944" y="1251166"/>
                    <a:pt x="164174" y="1194016"/>
                    <a:pt x="126074" y="1148296"/>
                  </a:cubicBezTo>
                  <a:cubicBezTo>
                    <a:pt x="96864" y="1111466"/>
                    <a:pt x="81624" y="1077176"/>
                    <a:pt x="65114" y="1039076"/>
                  </a:cubicBezTo>
                  <a:cubicBezTo>
                    <a:pt x="48604" y="1002246"/>
                    <a:pt x="32094" y="961606"/>
                    <a:pt x="27014" y="924776"/>
                  </a:cubicBezTo>
                  <a:cubicBezTo>
                    <a:pt x="21934" y="889216"/>
                    <a:pt x="33364" y="853656"/>
                    <a:pt x="28284" y="820636"/>
                  </a:cubicBezTo>
                  <a:cubicBezTo>
                    <a:pt x="25744" y="791426"/>
                    <a:pt x="10504" y="769836"/>
                    <a:pt x="6694" y="736816"/>
                  </a:cubicBezTo>
                  <a:cubicBezTo>
                    <a:pt x="344" y="687286"/>
                    <a:pt x="-6006" y="608546"/>
                    <a:pt x="10504" y="551396"/>
                  </a:cubicBezTo>
                  <a:cubicBezTo>
                    <a:pt x="25744" y="495516"/>
                    <a:pt x="60034" y="439636"/>
                    <a:pt x="100674" y="397726"/>
                  </a:cubicBezTo>
                  <a:cubicBezTo>
                    <a:pt x="142584" y="354546"/>
                    <a:pt x="206084" y="329146"/>
                    <a:pt x="261964" y="301206"/>
                  </a:cubicBezTo>
                  <a:cubicBezTo>
                    <a:pt x="320384" y="271996"/>
                    <a:pt x="400394" y="228816"/>
                    <a:pt x="443574" y="225006"/>
                  </a:cubicBezTo>
                  <a:cubicBezTo>
                    <a:pt x="467704" y="222466"/>
                    <a:pt x="484214" y="227546"/>
                    <a:pt x="498184" y="237706"/>
                  </a:cubicBezTo>
                  <a:cubicBezTo>
                    <a:pt x="513424" y="246596"/>
                    <a:pt x="526124" y="265646"/>
                    <a:pt x="531204" y="282156"/>
                  </a:cubicBezTo>
                  <a:cubicBezTo>
                    <a:pt x="535014" y="298666"/>
                    <a:pt x="532474" y="322796"/>
                    <a:pt x="524854" y="338036"/>
                  </a:cubicBezTo>
                  <a:cubicBezTo>
                    <a:pt x="517234" y="353276"/>
                    <a:pt x="484214" y="374866"/>
                    <a:pt x="484214" y="374866"/>
                  </a:cubicBezTo>
                </a:path>
              </a:pathLst>
            </a:custGeom>
            <a:solidFill>
              <a:srgbClr val="E7191F"/>
            </a:solidFill>
            <a:ln cap="sq">
              <a:noFill/>
              <a:prstDash val="solid"/>
              <a:miter/>
            </a:ln>
          </p:spPr>
          <p:txBody>
            <a:bodyPr/>
            <a:lstStyle/>
            <a:p>
              <a:endParaRPr lang="en-GB"/>
            </a:p>
          </p:txBody>
        </p:sp>
      </p:grpSp>
      <p:grpSp>
        <p:nvGrpSpPr>
          <p:cNvPr id="30" name="Group 30"/>
          <p:cNvGrpSpPr/>
          <p:nvPr/>
        </p:nvGrpSpPr>
        <p:grpSpPr>
          <a:xfrm>
            <a:off x="14097952" y="4359592"/>
            <a:ext cx="817245" cy="980123"/>
            <a:chOff x="0" y="0"/>
            <a:chExt cx="1089660" cy="1306830"/>
          </a:xfrm>
        </p:grpSpPr>
        <p:sp>
          <p:nvSpPr>
            <p:cNvPr id="31" name="Freeform 31"/>
            <p:cNvSpPr/>
            <p:nvPr/>
          </p:nvSpPr>
          <p:spPr>
            <a:xfrm>
              <a:off x="39825" y="49415"/>
              <a:ext cx="1002527" cy="1208086"/>
            </a:xfrm>
            <a:custGeom>
              <a:avLst/>
              <a:gdLst/>
              <a:ahLst/>
              <a:cxnLst/>
              <a:rect l="l" t="t" r="r" b="b"/>
              <a:pathLst>
                <a:path w="1002527" h="1208086">
                  <a:moveTo>
                    <a:pt x="358955" y="235065"/>
                  </a:moveTo>
                  <a:cubicBezTo>
                    <a:pt x="181155" y="405245"/>
                    <a:pt x="181155" y="424295"/>
                    <a:pt x="176075" y="459855"/>
                  </a:cubicBezTo>
                  <a:cubicBezTo>
                    <a:pt x="168455" y="524625"/>
                    <a:pt x="167185" y="655435"/>
                    <a:pt x="178615" y="732905"/>
                  </a:cubicBezTo>
                  <a:cubicBezTo>
                    <a:pt x="187505" y="792595"/>
                    <a:pt x="196395" y="845935"/>
                    <a:pt x="226875" y="889115"/>
                  </a:cubicBezTo>
                  <a:cubicBezTo>
                    <a:pt x="258625" y="933565"/>
                    <a:pt x="315775" y="972935"/>
                    <a:pt x="369115" y="995795"/>
                  </a:cubicBezTo>
                  <a:cubicBezTo>
                    <a:pt x="424995" y="1021195"/>
                    <a:pt x="506275" y="1032625"/>
                    <a:pt x="553265" y="1031355"/>
                  </a:cubicBezTo>
                  <a:cubicBezTo>
                    <a:pt x="583745" y="1030085"/>
                    <a:pt x="601525" y="1026275"/>
                    <a:pt x="628195" y="1012305"/>
                  </a:cubicBezTo>
                  <a:cubicBezTo>
                    <a:pt x="665025" y="991985"/>
                    <a:pt x="713285" y="939915"/>
                    <a:pt x="745035" y="904355"/>
                  </a:cubicBezTo>
                  <a:cubicBezTo>
                    <a:pt x="770435" y="875145"/>
                    <a:pt x="793295" y="854825"/>
                    <a:pt x="805995" y="819265"/>
                  </a:cubicBezTo>
                  <a:cubicBezTo>
                    <a:pt x="823775" y="773545"/>
                    <a:pt x="830125" y="693535"/>
                    <a:pt x="823775" y="647815"/>
                  </a:cubicBezTo>
                  <a:cubicBezTo>
                    <a:pt x="818695" y="614795"/>
                    <a:pt x="803455" y="593205"/>
                    <a:pt x="788215" y="566535"/>
                  </a:cubicBezTo>
                  <a:cubicBezTo>
                    <a:pt x="771705" y="539865"/>
                    <a:pt x="755195" y="519545"/>
                    <a:pt x="728525" y="487795"/>
                  </a:cubicBezTo>
                  <a:cubicBezTo>
                    <a:pt x="680265" y="433185"/>
                    <a:pt x="600255" y="327775"/>
                    <a:pt x="520245" y="271895"/>
                  </a:cubicBezTo>
                  <a:cubicBezTo>
                    <a:pt x="440235" y="216015"/>
                    <a:pt x="289105" y="198235"/>
                    <a:pt x="248465" y="151245"/>
                  </a:cubicBezTo>
                  <a:cubicBezTo>
                    <a:pt x="225605" y="127115"/>
                    <a:pt x="220525" y="95365"/>
                    <a:pt x="223065" y="73775"/>
                  </a:cubicBezTo>
                  <a:cubicBezTo>
                    <a:pt x="224335" y="54725"/>
                    <a:pt x="235765" y="35675"/>
                    <a:pt x="249735" y="24245"/>
                  </a:cubicBezTo>
                  <a:cubicBezTo>
                    <a:pt x="267515" y="10275"/>
                    <a:pt x="306885" y="-2425"/>
                    <a:pt x="329745" y="3925"/>
                  </a:cubicBezTo>
                  <a:cubicBezTo>
                    <a:pt x="353875" y="9005"/>
                    <a:pt x="381815" y="36945"/>
                    <a:pt x="391975" y="57265"/>
                  </a:cubicBezTo>
                  <a:cubicBezTo>
                    <a:pt x="399595" y="75045"/>
                    <a:pt x="398325" y="96635"/>
                    <a:pt x="393245" y="114415"/>
                  </a:cubicBezTo>
                  <a:cubicBezTo>
                    <a:pt x="389435" y="130925"/>
                    <a:pt x="378005" y="149975"/>
                    <a:pt x="361495" y="160135"/>
                  </a:cubicBezTo>
                  <a:cubicBezTo>
                    <a:pt x="342445" y="171565"/>
                    <a:pt x="301805" y="177915"/>
                    <a:pt x="280215" y="171565"/>
                  </a:cubicBezTo>
                  <a:cubicBezTo>
                    <a:pt x="261165" y="166485"/>
                    <a:pt x="245925" y="152515"/>
                    <a:pt x="235765" y="137275"/>
                  </a:cubicBezTo>
                  <a:cubicBezTo>
                    <a:pt x="225605" y="122035"/>
                    <a:pt x="220525" y="100445"/>
                    <a:pt x="221795" y="82665"/>
                  </a:cubicBezTo>
                  <a:cubicBezTo>
                    <a:pt x="223065" y="64885"/>
                    <a:pt x="231955" y="44565"/>
                    <a:pt x="243385" y="30595"/>
                  </a:cubicBezTo>
                  <a:cubicBezTo>
                    <a:pt x="254815" y="17895"/>
                    <a:pt x="277675" y="6465"/>
                    <a:pt x="291645" y="2655"/>
                  </a:cubicBezTo>
                  <a:cubicBezTo>
                    <a:pt x="301805" y="115"/>
                    <a:pt x="306885" y="-1155"/>
                    <a:pt x="320855" y="1385"/>
                  </a:cubicBezTo>
                  <a:cubicBezTo>
                    <a:pt x="361495" y="9005"/>
                    <a:pt x="497385" y="61075"/>
                    <a:pt x="555805" y="91555"/>
                  </a:cubicBezTo>
                  <a:cubicBezTo>
                    <a:pt x="593905" y="111875"/>
                    <a:pt x="611685" y="124575"/>
                    <a:pt x="645975" y="152515"/>
                  </a:cubicBezTo>
                  <a:cubicBezTo>
                    <a:pt x="701855" y="198235"/>
                    <a:pt x="789485" y="292215"/>
                    <a:pt x="845365" y="355715"/>
                  </a:cubicBezTo>
                  <a:cubicBezTo>
                    <a:pt x="889815" y="407785"/>
                    <a:pt x="932995" y="452235"/>
                    <a:pt x="958395" y="505575"/>
                  </a:cubicBezTo>
                  <a:cubicBezTo>
                    <a:pt x="982525" y="556375"/>
                    <a:pt x="992685" y="619875"/>
                    <a:pt x="999035" y="668135"/>
                  </a:cubicBezTo>
                  <a:cubicBezTo>
                    <a:pt x="1002845" y="704965"/>
                    <a:pt x="1005385" y="729095"/>
                    <a:pt x="996495" y="765925"/>
                  </a:cubicBezTo>
                  <a:cubicBezTo>
                    <a:pt x="982525" y="824345"/>
                    <a:pt x="930455" y="922135"/>
                    <a:pt x="899975" y="974205"/>
                  </a:cubicBezTo>
                  <a:cubicBezTo>
                    <a:pt x="880925" y="1008495"/>
                    <a:pt x="866955" y="1030085"/>
                    <a:pt x="842825" y="1055485"/>
                  </a:cubicBezTo>
                  <a:cubicBezTo>
                    <a:pt x="817425" y="1084695"/>
                    <a:pt x="789485" y="1113905"/>
                    <a:pt x="750115" y="1138035"/>
                  </a:cubicBezTo>
                  <a:cubicBezTo>
                    <a:pt x="698045" y="1167245"/>
                    <a:pt x="602795" y="1200265"/>
                    <a:pt x="549455" y="1206615"/>
                  </a:cubicBezTo>
                  <a:cubicBezTo>
                    <a:pt x="515165" y="1210425"/>
                    <a:pt x="489765" y="1206615"/>
                    <a:pt x="463095" y="1197725"/>
                  </a:cubicBezTo>
                  <a:cubicBezTo>
                    <a:pt x="437695" y="1190105"/>
                    <a:pt x="418645" y="1168515"/>
                    <a:pt x="393245" y="1160895"/>
                  </a:cubicBezTo>
                  <a:cubicBezTo>
                    <a:pt x="366575" y="1153275"/>
                    <a:pt x="339905" y="1162165"/>
                    <a:pt x="306885" y="1152005"/>
                  </a:cubicBezTo>
                  <a:cubicBezTo>
                    <a:pt x="256085" y="1135495"/>
                    <a:pt x="165915" y="1083425"/>
                    <a:pt x="126545" y="1047865"/>
                  </a:cubicBezTo>
                  <a:cubicBezTo>
                    <a:pt x="102415" y="1025005"/>
                    <a:pt x="93525" y="1008495"/>
                    <a:pt x="78285" y="978015"/>
                  </a:cubicBezTo>
                  <a:cubicBezTo>
                    <a:pt x="57965" y="933565"/>
                    <a:pt x="38915" y="852285"/>
                    <a:pt x="27485" y="797675"/>
                  </a:cubicBezTo>
                  <a:cubicBezTo>
                    <a:pt x="18595" y="751955"/>
                    <a:pt x="13515" y="724015"/>
                    <a:pt x="10975" y="671945"/>
                  </a:cubicBezTo>
                  <a:cubicBezTo>
                    <a:pt x="7165" y="585585"/>
                    <a:pt x="-19505" y="420485"/>
                    <a:pt x="27485" y="323965"/>
                  </a:cubicBezTo>
                  <a:cubicBezTo>
                    <a:pt x="74475" y="228715"/>
                    <a:pt x="235765" y="115685"/>
                    <a:pt x="292915" y="99175"/>
                  </a:cubicBezTo>
                  <a:cubicBezTo>
                    <a:pt x="315775" y="91555"/>
                    <a:pt x="332285" y="99175"/>
                    <a:pt x="347525" y="106795"/>
                  </a:cubicBezTo>
                  <a:cubicBezTo>
                    <a:pt x="362765" y="115685"/>
                    <a:pt x="378005" y="133465"/>
                    <a:pt x="383085" y="149975"/>
                  </a:cubicBezTo>
                  <a:cubicBezTo>
                    <a:pt x="388165" y="165215"/>
                    <a:pt x="386895" y="189345"/>
                    <a:pt x="381815" y="204585"/>
                  </a:cubicBezTo>
                  <a:cubicBezTo>
                    <a:pt x="376735" y="217285"/>
                    <a:pt x="358955" y="235065"/>
                    <a:pt x="358955" y="235065"/>
                  </a:cubicBezTo>
                </a:path>
              </a:pathLst>
            </a:custGeom>
            <a:solidFill>
              <a:srgbClr val="E7191F"/>
            </a:solidFill>
            <a:ln cap="sq">
              <a:noFill/>
              <a:prstDash val="solid"/>
              <a:miter/>
            </a:ln>
          </p:spPr>
          <p:txBody>
            <a:bodyPr/>
            <a:lstStyle/>
            <a:p>
              <a:endParaRPr lang="en-GB"/>
            </a:p>
          </p:txBody>
        </p:sp>
      </p:grpSp>
      <p:grpSp>
        <p:nvGrpSpPr>
          <p:cNvPr id="32" name="Group 32"/>
          <p:cNvGrpSpPr/>
          <p:nvPr/>
        </p:nvGrpSpPr>
        <p:grpSpPr>
          <a:xfrm>
            <a:off x="13381673" y="3722370"/>
            <a:ext cx="858202" cy="828675"/>
            <a:chOff x="0" y="0"/>
            <a:chExt cx="1144270" cy="1104900"/>
          </a:xfrm>
        </p:grpSpPr>
        <p:sp>
          <p:nvSpPr>
            <p:cNvPr id="33" name="Freeform 33"/>
            <p:cNvSpPr/>
            <p:nvPr/>
          </p:nvSpPr>
          <p:spPr>
            <a:xfrm>
              <a:off x="48305" y="50800"/>
              <a:ext cx="1046301" cy="1003585"/>
            </a:xfrm>
            <a:custGeom>
              <a:avLst/>
              <a:gdLst/>
              <a:ahLst/>
              <a:cxnLst/>
              <a:rect l="l" t="t" r="r" b="b"/>
              <a:pathLst>
                <a:path w="1046301" h="1003585">
                  <a:moveTo>
                    <a:pt x="74885" y="0"/>
                  </a:moveTo>
                  <a:cubicBezTo>
                    <a:pt x="286975" y="21590"/>
                    <a:pt x="313645" y="50800"/>
                    <a:pt x="335235" y="74930"/>
                  </a:cubicBezTo>
                  <a:cubicBezTo>
                    <a:pt x="355555" y="95250"/>
                    <a:pt x="365715" y="113030"/>
                    <a:pt x="382225" y="140970"/>
                  </a:cubicBezTo>
                  <a:cubicBezTo>
                    <a:pt x="406355" y="182880"/>
                    <a:pt x="440645" y="252730"/>
                    <a:pt x="457155" y="309880"/>
                  </a:cubicBezTo>
                  <a:cubicBezTo>
                    <a:pt x="473665" y="363220"/>
                    <a:pt x="477475" y="405130"/>
                    <a:pt x="482555" y="468630"/>
                  </a:cubicBezTo>
                  <a:cubicBezTo>
                    <a:pt x="490175" y="561340"/>
                    <a:pt x="497795" y="760730"/>
                    <a:pt x="485095" y="814070"/>
                  </a:cubicBezTo>
                  <a:cubicBezTo>
                    <a:pt x="480015" y="830580"/>
                    <a:pt x="466045" y="835660"/>
                    <a:pt x="467315" y="845820"/>
                  </a:cubicBezTo>
                  <a:cubicBezTo>
                    <a:pt x="468585" y="857250"/>
                    <a:pt x="487635" y="866140"/>
                    <a:pt x="493985" y="877570"/>
                  </a:cubicBezTo>
                  <a:cubicBezTo>
                    <a:pt x="500335" y="890270"/>
                    <a:pt x="504145" y="904240"/>
                    <a:pt x="502875" y="919480"/>
                  </a:cubicBezTo>
                  <a:cubicBezTo>
                    <a:pt x="500335" y="937260"/>
                    <a:pt x="491445" y="962660"/>
                    <a:pt x="478745" y="976630"/>
                  </a:cubicBezTo>
                  <a:cubicBezTo>
                    <a:pt x="464775" y="990600"/>
                    <a:pt x="441915" y="1002030"/>
                    <a:pt x="422865" y="1003300"/>
                  </a:cubicBezTo>
                  <a:cubicBezTo>
                    <a:pt x="403815" y="1004570"/>
                    <a:pt x="379685" y="1002030"/>
                    <a:pt x="363175" y="986790"/>
                  </a:cubicBezTo>
                  <a:cubicBezTo>
                    <a:pt x="335235" y="958850"/>
                    <a:pt x="321265" y="880110"/>
                    <a:pt x="312375" y="815340"/>
                  </a:cubicBezTo>
                  <a:cubicBezTo>
                    <a:pt x="299675" y="736600"/>
                    <a:pt x="294595" y="628650"/>
                    <a:pt x="309835" y="544830"/>
                  </a:cubicBezTo>
                  <a:cubicBezTo>
                    <a:pt x="322535" y="469900"/>
                    <a:pt x="347935" y="394970"/>
                    <a:pt x="384765" y="336550"/>
                  </a:cubicBezTo>
                  <a:cubicBezTo>
                    <a:pt x="419055" y="280670"/>
                    <a:pt x="478745" y="229870"/>
                    <a:pt x="520655" y="195580"/>
                  </a:cubicBezTo>
                  <a:cubicBezTo>
                    <a:pt x="549865" y="172720"/>
                    <a:pt x="571455" y="157480"/>
                    <a:pt x="600665" y="144780"/>
                  </a:cubicBezTo>
                  <a:cubicBezTo>
                    <a:pt x="631145" y="132080"/>
                    <a:pt x="661625" y="124460"/>
                    <a:pt x="699725" y="119380"/>
                  </a:cubicBezTo>
                  <a:cubicBezTo>
                    <a:pt x="749255" y="111760"/>
                    <a:pt x="825455" y="114300"/>
                    <a:pt x="874985" y="118110"/>
                  </a:cubicBezTo>
                  <a:cubicBezTo>
                    <a:pt x="911815" y="120650"/>
                    <a:pt x="942295" y="116840"/>
                    <a:pt x="968965" y="132080"/>
                  </a:cubicBezTo>
                  <a:cubicBezTo>
                    <a:pt x="999445" y="151130"/>
                    <a:pt x="1033735" y="207010"/>
                    <a:pt x="1042625" y="231140"/>
                  </a:cubicBezTo>
                  <a:cubicBezTo>
                    <a:pt x="1047705" y="242570"/>
                    <a:pt x="1046435" y="248920"/>
                    <a:pt x="1045165" y="260350"/>
                  </a:cubicBezTo>
                  <a:cubicBezTo>
                    <a:pt x="1041355" y="275590"/>
                    <a:pt x="1035005" y="298450"/>
                    <a:pt x="1021035" y="312420"/>
                  </a:cubicBezTo>
                  <a:cubicBezTo>
                    <a:pt x="1003255" y="327660"/>
                    <a:pt x="963885" y="340360"/>
                    <a:pt x="941025" y="339090"/>
                  </a:cubicBezTo>
                  <a:cubicBezTo>
                    <a:pt x="921975" y="336550"/>
                    <a:pt x="902925" y="325120"/>
                    <a:pt x="890225" y="312420"/>
                  </a:cubicBezTo>
                  <a:cubicBezTo>
                    <a:pt x="877525" y="298450"/>
                    <a:pt x="867365" y="279400"/>
                    <a:pt x="866095" y="260350"/>
                  </a:cubicBezTo>
                  <a:cubicBezTo>
                    <a:pt x="866095" y="236220"/>
                    <a:pt x="878795" y="198120"/>
                    <a:pt x="897845" y="181610"/>
                  </a:cubicBezTo>
                  <a:cubicBezTo>
                    <a:pt x="916895" y="166370"/>
                    <a:pt x="956265" y="157480"/>
                    <a:pt x="979125" y="163830"/>
                  </a:cubicBezTo>
                  <a:cubicBezTo>
                    <a:pt x="1003255" y="170180"/>
                    <a:pt x="1032465" y="198120"/>
                    <a:pt x="1040085" y="222250"/>
                  </a:cubicBezTo>
                  <a:cubicBezTo>
                    <a:pt x="1048975" y="245110"/>
                    <a:pt x="1038815" y="284480"/>
                    <a:pt x="1027385" y="304800"/>
                  </a:cubicBezTo>
                  <a:cubicBezTo>
                    <a:pt x="1015955" y="320040"/>
                    <a:pt x="996905" y="331470"/>
                    <a:pt x="979125" y="336550"/>
                  </a:cubicBezTo>
                  <a:cubicBezTo>
                    <a:pt x="962615" y="341630"/>
                    <a:pt x="939755" y="341630"/>
                    <a:pt x="921975" y="334010"/>
                  </a:cubicBezTo>
                  <a:cubicBezTo>
                    <a:pt x="901655" y="322580"/>
                    <a:pt x="864825" y="273050"/>
                    <a:pt x="868635" y="269240"/>
                  </a:cubicBezTo>
                  <a:cubicBezTo>
                    <a:pt x="869905" y="266700"/>
                    <a:pt x="919435" y="290830"/>
                    <a:pt x="918165" y="297180"/>
                  </a:cubicBezTo>
                  <a:cubicBezTo>
                    <a:pt x="915625" y="307340"/>
                    <a:pt x="794975" y="300990"/>
                    <a:pt x="746715" y="297180"/>
                  </a:cubicBezTo>
                  <a:cubicBezTo>
                    <a:pt x="713695" y="293370"/>
                    <a:pt x="684485" y="273050"/>
                    <a:pt x="660355" y="280670"/>
                  </a:cubicBezTo>
                  <a:cubicBezTo>
                    <a:pt x="636225" y="288290"/>
                    <a:pt x="623525" y="313690"/>
                    <a:pt x="603205" y="339090"/>
                  </a:cubicBezTo>
                  <a:cubicBezTo>
                    <a:pt x="572725" y="378460"/>
                    <a:pt x="519385" y="439420"/>
                    <a:pt x="499065" y="504190"/>
                  </a:cubicBezTo>
                  <a:cubicBezTo>
                    <a:pt x="476205" y="576580"/>
                    <a:pt x="493985" y="697230"/>
                    <a:pt x="485095" y="759460"/>
                  </a:cubicBezTo>
                  <a:cubicBezTo>
                    <a:pt x="480015" y="796290"/>
                    <a:pt x="462235" y="824230"/>
                    <a:pt x="467315" y="845820"/>
                  </a:cubicBezTo>
                  <a:cubicBezTo>
                    <a:pt x="471125" y="859790"/>
                    <a:pt x="488905" y="864870"/>
                    <a:pt x="493985" y="877570"/>
                  </a:cubicBezTo>
                  <a:cubicBezTo>
                    <a:pt x="500335" y="894080"/>
                    <a:pt x="504145" y="920750"/>
                    <a:pt x="499065" y="939800"/>
                  </a:cubicBezTo>
                  <a:cubicBezTo>
                    <a:pt x="493985" y="958850"/>
                    <a:pt x="478745" y="979170"/>
                    <a:pt x="462235" y="989330"/>
                  </a:cubicBezTo>
                  <a:cubicBezTo>
                    <a:pt x="445725" y="1000760"/>
                    <a:pt x="419055" y="1004570"/>
                    <a:pt x="401275" y="1002030"/>
                  </a:cubicBezTo>
                  <a:cubicBezTo>
                    <a:pt x="387305" y="1000760"/>
                    <a:pt x="374605" y="996950"/>
                    <a:pt x="363175" y="986790"/>
                  </a:cubicBezTo>
                  <a:cubicBezTo>
                    <a:pt x="346665" y="971550"/>
                    <a:pt x="332695" y="934720"/>
                    <a:pt x="323805" y="906780"/>
                  </a:cubicBezTo>
                  <a:cubicBezTo>
                    <a:pt x="314915" y="877570"/>
                    <a:pt x="313645" y="855980"/>
                    <a:pt x="309835" y="814070"/>
                  </a:cubicBezTo>
                  <a:cubicBezTo>
                    <a:pt x="304755" y="728980"/>
                    <a:pt x="321265" y="513080"/>
                    <a:pt x="314915" y="426720"/>
                  </a:cubicBezTo>
                  <a:cubicBezTo>
                    <a:pt x="311105" y="382270"/>
                    <a:pt x="309835" y="364490"/>
                    <a:pt x="298405" y="327660"/>
                  </a:cubicBezTo>
                  <a:cubicBezTo>
                    <a:pt x="281895" y="278130"/>
                    <a:pt x="260305" y="187960"/>
                    <a:pt x="217125" y="160020"/>
                  </a:cubicBezTo>
                  <a:cubicBezTo>
                    <a:pt x="177755" y="134620"/>
                    <a:pt x="92665" y="166370"/>
                    <a:pt x="57105" y="154940"/>
                  </a:cubicBezTo>
                  <a:cubicBezTo>
                    <a:pt x="35515" y="147320"/>
                    <a:pt x="20275" y="138430"/>
                    <a:pt x="11385" y="123190"/>
                  </a:cubicBezTo>
                  <a:cubicBezTo>
                    <a:pt x="-45" y="105410"/>
                    <a:pt x="-2585" y="68580"/>
                    <a:pt x="2495" y="50800"/>
                  </a:cubicBezTo>
                  <a:cubicBezTo>
                    <a:pt x="5035" y="38100"/>
                    <a:pt x="12655" y="27940"/>
                    <a:pt x="24085" y="20320"/>
                  </a:cubicBezTo>
                  <a:cubicBezTo>
                    <a:pt x="35515" y="10160"/>
                    <a:pt x="74885" y="0"/>
                    <a:pt x="74885" y="0"/>
                  </a:cubicBezTo>
                </a:path>
              </a:pathLst>
            </a:custGeom>
            <a:solidFill>
              <a:srgbClr val="E7191F"/>
            </a:solidFill>
            <a:ln cap="sq">
              <a:noFill/>
              <a:prstDash val="solid"/>
              <a:miter/>
            </a:ln>
          </p:spPr>
          <p:txBody>
            <a:bodyPr/>
            <a:lstStyle/>
            <a:p>
              <a:endParaRPr lang="en-GB"/>
            </a:p>
          </p:txBody>
        </p:sp>
      </p:grpSp>
      <p:grpSp>
        <p:nvGrpSpPr>
          <p:cNvPr id="34" name="Group 34"/>
          <p:cNvGrpSpPr/>
          <p:nvPr/>
        </p:nvGrpSpPr>
        <p:grpSpPr>
          <a:xfrm>
            <a:off x="13420725" y="4294822"/>
            <a:ext cx="738188" cy="1060132"/>
            <a:chOff x="0" y="0"/>
            <a:chExt cx="984250" cy="1413510"/>
          </a:xfrm>
        </p:grpSpPr>
        <p:sp>
          <p:nvSpPr>
            <p:cNvPr id="35" name="Freeform 35"/>
            <p:cNvSpPr/>
            <p:nvPr/>
          </p:nvSpPr>
          <p:spPr>
            <a:xfrm>
              <a:off x="43367" y="46727"/>
              <a:ext cx="891715" cy="1319705"/>
            </a:xfrm>
            <a:custGeom>
              <a:avLst/>
              <a:gdLst/>
              <a:ahLst/>
              <a:cxnLst/>
              <a:rect l="l" t="t" r="r" b="b"/>
              <a:pathLst>
                <a:path w="891715" h="1319705">
                  <a:moveTo>
                    <a:pt x="262703" y="333003"/>
                  </a:moveTo>
                  <a:cubicBezTo>
                    <a:pt x="142053" y="529853"/>
                    <a:pt x="168723" y="727973"/>
                    <a:pt x="177613" y="805443"/>
                  </a:cubicBezTo>
                  <a:cubicBezTo>
                    <a:pt x="181423" y="844813"/>
                    <a:pt x="182693" y="861323"/>
                    <a:pt x="194123" y="893073"/>
                  </a:cubicBezTo>
                  <a:cubicBezTo>
                    <a:pt x="211903" y="937523"/>
                    <a:pt x="256353" y="1011183"/>
                    <a:pt x="288103" y="1045473"/>
                  </a:cubicBezTo>
                  <a:cubicBezTo>
                    <a:pt x="309693" y="1067063"/>
                    <a:pt x="323663" y="1075953"/>
                    <a:pt x="354143" y="1088653"/>
                  </a:cubicBezTo>
                  <a:cubicBezTo>
                    <a:pt x="410023" y="1112783"/>
                    <a:pt x="567503" y="1168663"/>
                    <a:pt x="613223" y="1144533"/>
                  </a:cubicBezTo>
                  <a:cubicBezTo>
                    <a:pt x="643703" y="1128023"/>
                    <a:pt x="641163" y="1088653"/>
                    <a:pt x="652593" y="1042933"/>
                  </a:cubicBezTo>
                  <a:cubicBezTo>
                    <a:pt x="676723" y="955303"/>
                    <a:pt x="708473" y="773693"/>
                    <a:pt x="714823" y="645423"/>
                  </a:cubicBezTo>
                  <a:cubicBezTo>
                    <a:pt x="721173" y="528583"/>
                    <a:pt x="735143" y="358403"/>
                    <a:pt x="699583" y="303793"/>
                  </a:cubicBezTo>
                  <a:cubicBezTo>
                    <a:pt x="683073" y="278393"/>
                    <a:pt x="648783" y="283473"/>
                    <a:pt x="627193" y="268233"/>
                  </a:cubicBezTo>
                  <a:cubicBezTo>
                    <a:pt x="605603" y="254263"/>
                    <a:pt x="590363" y="231403"/>
                    <a:pt x="567503" y="218703"/>
                  </a:cubicBezTo>
                  <a:cubicBezTo>
                    <a:pt x="545913" y="207273"/>
                    <a:pt x="519243" y="202193"/>
                    <a:pt x="493843" y="198383"/>
                  </a:cubicBezTo>
                  <a:cubicBezTo>
                    <a:pt x="465903" y="195843"/>
                    <a:pt x="436693" y="204733"/>
                    <a:pt x="408753" y="202193"/>
                  </a:cubicBezTo>
                  <a:cubicBezTo>
                    <a:pt x="379543" y="198383"/>
                    <a:pt x="356683" y="181873"/>
                    <a:pt x="323663" y="178063"/>
                  </a:cubicBezTo>
                  <a:cubicBezTo>
                    <a:pt x="276673" y="171713"/>
                    <a:pt x="187773" y="167903"/>
                    <a:pt x="157293" y="179333"/>
                  </a:cubicBezTo>
                  <a:cubicBezTo>
                    <a:pt x="143323" y="184413"/>
                    <a:pt x="142053" y="197113"/>
                    <a:pt x="131893" y="200923"/>
                  </a:cubicBezTo>
                  <a:cubicBezTo>
                    <a:pt x="116653" y="204733"/>
                    <a:pt x="91253" y="200923"/>
                    <a:pt x="74743" y="193303"/>
                  </a:cubicBezTo>
                  <a:cubicBezTo>
                    <a:pt x="59503" y="185683"/>
                    <a:pt x="42993" y="169173"/>
                    <a:pt x="35373" y="153933"/>
                  </a:cubicBezTo>
                  <a:cubicBezTo>
                    <a:pt x="26483" y="137423"/>
                    <a:pt x="22673" y="115833"/>
                    <a:pt x="26483" y="98053"/>
                  </a:cubicBezTo>
                  <a:cubicBezTo>
                    <a:pt x="32833" y="75193"/>
                    <a:pt x="55693" y="42173"/>
                    <a:pt x="78553" y="32013"/>
                  </a:cubicBezTo>
                  <a:cubicBezTo>
                    <a:pt x="101413" y="23123"/>
                    <a:pt x="140783" y="25663"/>
                    <a:pt x="161103" y="38363"/>
                  </a:cubicBezTo>
                  <a:cubicBezTo>
                    <a:pt x="182693" y="51063"/>
                    <a:pt x="200473" y="87893"/>
                    <a:pt x="203013" y="110753"/>
                  </a:cubicBezTo>
                  <a:cubicBezTo>
                    <a:pt x="205553" y="129803"/>
                    <a:pt x="196663" y="150123"/>
                    <a:pt x="186503" y="165363"/>
                  </a:cubicBezTo>
                  <a:cubicBezTo>
                    <a:pt x="176343" y="179333"/>
                    <a:pt x="157293" y="193303"/>
                    <a:pt x="140783" y="198383"/>
                  </a:cubicBezTo>
                  <a:cubicBezTo>
                    <a:pt x="124273" y="203463"/>
                    <a:pt x="101413" y="203463"/>
                    <a:pt x="83633" y="197113"/>
                  </a:cubicBezTo>
                  <a:cubicBezTo>
                    <a:pt x="67123" y="190763"/>
                    <a:pt x="49343" y="176793"/>
                    <a:pt x="40453" y="161553"/>
                  </a:cubicBezTo>
                  <a:cubicBezTo>
                    <a:pt x="30293" y="146313"/>
                    <a:pt x="23943" y="124723"/>
                    <a:pt x="26483" y="106943"/>
                  </a:cubicBezTo>
                  <a:cubicBezTo>
                    <a:pt x="27753" y="89163"/>
                    <a:pt x="32833" y="70113"/>
                    <a:pt x="48073" y="54873"/>
                  </a:cubicBezTo>
                  <a:cubicBezTo>
                    <a:pt x="70933" y="32013"/>
                    <a:pt x="125543" y="11693"/>
                    <a:pt x="173803" y="4073"/>
                  </a:cubicBezTo>
                  <a:cubicBezTo>
                    <a:pt x="229683" y="-6087"/>
                    <a:pt x="303343" y="5343"/>
                    <a:pt x="365573" y="10423"/>
                  </a:cubicBezTo>
                  <a:cubicBezTo>
                    <a:pt x="425263" y="15503"/>
                    <a:pt x="488763" y="21853"/>
                    <a:pt x="538293" y="33283"/>
                  </a:cubicBezTo>
                  <a:cubicBezTo>
                    <a:pt x="578933" y="42173"/>
                    <a:pt x="605603" y="47253"/>
                    <a:pt x="644973" y="67573"/>
                  </a:cubicBezTo>
                  <a:cubicBezTo>
                    <a:pt x="702123" y="95513"/>
                    <a:pt x="801183" y="159013"/>
                    <a:pt x="838013" y="202193"/>
                  </a:cubicBezTo>
                  <a:cubicBezTo>
                    <a:pt x="860873" y="227593"/>
                    <a:pt x="868493" y="251723"/>
                    <a:pt x="877383" y="277123"/>
                  </a:cubicBezTo>
                  <a:cubicBezTo>
                    <a:pt x="885003" y="302523"/>
                    <a:pt x="887543" y="319033"/>
                    <a:pt x="888813" y="353323"/>
                  </a:cubicBezTo>
                  <a:cubicBezTo>
                    <a:pt x="893893" y="424443"/>
                    <a:pt x="892623" y="571763"/>
                    <a:pt x="882463" y="687333"/>
                  </a:cubicBezTo>
                  <a:cubicBezTo>
                    <a:pt x="872303" y="811793"/>
                    <a:pt x="858333" y="975623"/>
                    <a:pt x="826583" y="1075953"/>
                  </a:cubicBezTo>
                  <a:cubicBezTo>
                    <a:pt x="804993" y="1144533"/>
                    <a:pt x="779593" y="1200413"/>
                    <a:pt x="744033" y="1241053"/>
                  </a:cubicBezTo>
                  <a:cubicBezTo>
                    <a:pt x="713553" y="1275343"/>
                    <a:pt x="680533" y="1304553"/>
                    <a:pt x="638623" y="1315983"/>
                  </a:cubicBezTo>
                  <a:cubicBezTo>
                    <a:pt x="586553" y="1328683"/>
                    <a:pt x="512893" y="1305823"/>
                    <a:pt x="453203" y="1293123"/>
                  </a:cubicBezTo>
                  <a:cubicBezTo>
                    <a:pt x="393513" y="1280423"/>
                    <a:pt x="327473" y="1263913"/>
                    <a:pt x="280483" y="1239783"/>
                  </a:cubicBezTo>
                  <a:cubicBezTo>
                    <a:pt x="243653" y="1220733"/>
                    <a:pt x="216983" y="1195333"/>
                    <a:pt x="189043" y="1169933"/>
                  </a:cubicBezTo>
                  <a:cubicBezTo>
                    <a:pt x="162373" y="1145803"/>
                    <a:pt x="138243" y="1117863"/>
                    <a:pt x="117923" y="1091193"/>
                  </a:cubicBezTo>
                  <a:cubicBezTo>
                    <a:pt x="98873" y="1064523"/>
                    <a:pt x="87443" y="1041663"/>
                    <a:pt x="72203" y="1008643"/>
                  </a:cubicBezTo>
                  <a:cubicBezTo>
                    <a:pt x="50613" y="965463"/>
                    <a:pt x="20133" y="914663"/>
                    <a:pt x="7433" y="848623"/>
                  </a:cubicBezTo>
                  <a:cubicBezTo>
                    <a:pt x="-9077" y="755913"/>
                    <a:pt x="6163" y="578113"/>
                    <a:pt x="12513" y="494293"/>
                  </a:cubicBezTo>
                  <a:cubicBezTo>
                    <a:pt x="15053" y="447303"/>
                    <a:pt x="11243" y="423173"/>
                    <a:pt x="26483" y="386343"/>
                  </a:cubicBezTo>
                  <a:cubicBezTo>
                    <a:pt x="46803" y="338083"/>
                    <a:pt x="105223" y="266963"/>
                    <a:pt x="136973" y="237753"/>
                  </a:cubicBezTo>
                  <a:cubicBezTo>
                    <a:pt x="154753" y="222513"/>
                    <a:pt x="168723" y="212353"/>
                    <a:pt x="183963" y="208543"/>
                  </a:cubicBezTo>
                  <a:cubicBezTo>
                    <a:pt x="196663" y="204733"/>
                    <a:pt x="209363" y="206003"/>
                    <a:pt x="222063" y="209813"/>
                  </a:cubicBezTo>
                  <a:cubicBezTo>
                    <a:pt x="237303" y="214893"/>
                    <a:pt x="257623" y="228863"/>
                    <a:pt x="266513" y="242833"/>
                  </a:cubicBezTo>
                  <a:cubicBezTo>
                    <a:pt x="275403" y="258073"/>
                    <a:pt x="279213" y="282203"/>
                    <a:pt x="277943" y="297443"/>
                  </a:cubicBezTo>
                  <a:cubicBezTo>
                    <a:pt x="276673" y="311413"/>
                    <a:pt x="262703" y="333003"/>
                    <a:pt x="262703" y="333003"/>
                  </a:cubicBezTo>
                </a:path>
              </a:pathLst>
            </a:custGeom>
            <a:solidFill>
              <a:srgbClr val="E7191F"/>
            </a:solidFill>
            <a:ln cap="sq">
              <a:noFill/>
              <a:prstDash val="solid"/>
              <a:miter/>
            </a:ln>
          </p:spPr>
          <p:txBody>
            <a:bodyPr/>
            <a:lstStyle/>
            <a:p>
              <a:endParaRPr lang="en-GB"/>
            </a:p>
          </p:txBody>
        </p:sp>
      </p:grpSp>
      <p:grpSp>
        <p:nvGrpSpPr>
          <p:cNvPr id="36" name="Group 36"/>
          <p:cNvGrpSpPr/>
          <p:nvPr/>
        </p:nvGrpSpPr>
        <p:grpSpPr>
          <a:xfrm>
            <a:off x="16062007" y="4264342"/>
            <a:ext cx="1042035" cy="1026795"/>
            <a:chOff x="0" y="0"/>
            <a:chExt cx="1389380" cy="1369060"/>
          </a:xfrm>
        </p:grpSpPr>
        <p:sp>
          <p:nvSpPr>
            <p:cNvPr id="37" name="Freeform 37"/>
            <p:cNvSpPr/>
            <p:nvPr/>
          </p:nvSpPr>
          <p:spPr>
            <a:xfrm>
              <a:off x="50800" y="43796"/>
              <a:ext cx="1294022" cy="1277504"/>
            </a:xfrm>
            <a:custGeom>
              <a:avLst/>
              <a:gdLst/>
              <a:ahLst/>
              <a:cxnLst/>
              <a:rect l="l" t="t" r="r" b="b"/>
              <a:pathLst>
                <a:path w="1294022" h="1277504">
                  <a:moveTo>
                    <a:pt x="347980" y="470554"/>
                  </a:moveTo>
                  <a:cubicBezTo>
                    <a:pt x="280670" y="468014"/>
                    <a:pt x="308610" y="507384"/>
                    <a:pt x="316230" y="545484"/>
                  </a:cubicBezTo>
                  <a:cubicBezTo>
                    <a:pt x="328930" y="611524"/>
                    <a:pt x="316230" y="757574"/>
                    <a:pt x="337820" y="821074"/>
                  </a:cubicBezTo>
                  <a:cubicBezTo>
                    <a:pt x="351790" y="859174"/>
                    <a:pt x="369570" y="875684"/>
                    <a:pt x="393700" y="904894"/>
                  </a:cubicBezTo>
                  <a:cubicBezTo>
                    <a:pt x="424180" y="942994"/>
                    <a:pt x="472440" y="998874"/>
                    <a:pt x="515620" y="1024274"/>
                  </a:cubicBezTo>
                  <a:cubicBezTo>
                    <a:pt x="549910" y="1045864"/>
                    <a:pt x="589280" y="1054754"/>
                    <a:pt x="624840" y="1059834"/>
                  </a:cubicBezTo>
                  <a:cubicBezTo>
                    <a:pt x="656590" y="1064914"/>
                    <a:pt x="684530" y="1054754"/>
                    <a:pt x="717550" y="1058564"/>
                  </a:cubicBezTo>
                  <a:cubicBezTo>
                    <a:pt x="756920" y="1063644"/>
                    <a:pt x="800100" y="1086504"/>
                    <a:pt x="847090" y="1094124"/>
                  </a:cubicBezTo>
                  <a:cubicBezTo>
                    <a:pt x="897890" y="1101744"/>
                    <a:pt x="969010" y="1111904"/>
                    <a:pt x="1010920" y="1100474"/>
                  </a:cubicBezTo>
                  <a:cubicBezTo>
                    <a:pt x="1040130" y="1091584"/>
                    <a:pt x="1061720" y="1081424"/>
                    <a:pt x="1078230" y="1056024"/>
                  </a:cubicBezTo>
                  <a:cubicBezTo>
                    <a:pt x="1104900" y="1015384"/>
                    <a:pt x="1104900" y="916324"/>
                    <a:pt x="1111250" y="847744"/>
                  </a:cubicBezTo>
                  <a:cubicBezTo>
                    <a:pt x="1116330" y="780434"/>
                    <a:pt x="1117600" y="700424"/>
                    <a:pt x="1112520" y="648354"/>
                  </a:cubicBezTo>
                  <a:cubicBezTo>
                    <a:pt x="1109980" y="612794"/>
                    <a:pt x="1112520" y="597554"/>
                    <a:pt x="1097280" y="560724"/>
                  </a:cubicBezTo>
                  <a:cubicBezTo>
                    <a:pt x="1062990" y="478174"/>
                    <a:pt x="909320" y="247034"/>
                    <a:pt x="839470" y="191154"/>
                  </a:cubicBezTo>
                  <a:cubicBezTo>
                    <a:pt x="807720" y="165754"/>
                    <a:pt x="783590" y="158134"/>
                    <a:pt x="754380" y="156864"/>
                  </a:cubicBezTo>
                  <a:cubicBezTo>
                    <a:pt x="725170" y="154324"/>
                    <a:pt x="704850" y="175914"/>
                    <a:pt x="662940" y="180994"/>
                  </a:cubicBezTo>
                  <a:cubicBezTo>
                    <a:pt x="576580" y="191154"/>
                    <a:pt x="368300" y="173374"/>
                    <a:pt x="257810" y="177184"/>
                  </a:cubicBezTo>
                  <a:cubicBezTo>
                    <a:pt x="181610" y="180994"/>
                    <a:pt x="105410" y="205124"/>
                    <a:pt x="63500" y="194964"/>
                  </a:cubicBezTo>
                  <a:cubicBezTo>
                    <a:pt x="41910" y="189884"/>
                    <a:pt x="29210" y="179724"/>
                    <a:pt x="19050" y="167024"/>
                  </a:cubicBezTo>
                  <a:cubicBezTo>
                    <a:pt x="7620" y="153054"/>
                    <a:pt x="1270" y="132734"/>
                    <a:pt x="0" y="116224"/>
                  </a:cubicBezTo>
                  <a:cubicBezTo>
                    <a:pt x="0" y="99714"/>
                    <a:pt x="3810" y="79394"/>
                    <a:pt x="16510" y="65424"/>
                  </a:cubicBezTo>
                  <a:cubicBezTo>
                    <a:pt x="30480" y="48914"/>
                    <a:pt x="63500" y="29864"/>
                    <a:pt x="86360" y="31134"/>
                  </a:cubicBezTo>
                  <a:cubicBezTo>
                    <a:pt x="109220" y="31134"/>
                    <a:pt x="140970" y="51454"/>
                    <a:pt x="153670" y="69234"/>
                  </a:cubicBezTo>
                  <a:cubicBezTo>
                    <a:pt x="165100" y="83204"/>
                    <a:pt x="168910" y="103524"/>
                    <a:pt x="167640" y="121304"/>
                  </a:cubicBezTo>
                  <a:cubicBezTo>
                    <a:pt x="165100" y="137814"/>
                    <a:pt x="158750" y="158134"/>
                    <a:pt x="146050" y="169564"/>
                  </a:cubicBezTo>
                  <a:cubicBezTo>
                    <a:pt x="130810" y="184804"/>
                    <a:pt x="95250" y="200044"/>
                    <a:pt x="72390" y="197504"/>
                  </a:cubicBezTo>
                  <a:cubicBezTo>
                    <a:pt x="49530" y="193694"/>
                    <a:pt x="20320" y="169564"/>
                    <a:pt x="8890" y="151784"/>
                  </a:cubicBezTo>
                  <a:cubicBezTo>
                    <a:pt x="0" y="136544"/>
                    <a:pt x="-1270" y="114954"/>
                    <a:pt x="1270" y="98444"/>
                  </a:cubicBezTo>
                  <a:cubicBezTo>
                    <a:pt x="5080" y="81934"/>
                    <a:pt x="15240" y="62884"/>
                    <a:pt x="27940" y="51454"/>
                  </a:cubicBezTo>
                  <a:cubicBezTo>
                    <a:pt x="40640" y="41294"/>
                    <a:pt x="53340" y="37484"/>
                    <a:pt x="77470" y="31134"/>
                  </a:cubicBezTo>
                  <a:cubicBezTo>
                    <a:pt x="127000" y="18434"/>
                    <a:pt x="223520" y="10814"/>
                    <a:pt x="320040" y="7004"/>
                  </a:cubicBezTo>
                  <a:cubicBezTo>
                    <a:pt x="459740" y="1924"/>
                    <a:pt x="734060" y="-9506"/>
                    <a:pt x="835660" y="15894"/>
                  </a:cubicBezTo>
                  <a:cubicBezTo>
                    <a:pt x="881380" y="27324"/>
                    <a:pt x="895350" y="37484"/>
                    <a:pt x="929640" y="62884"/>
                  </a:cubicBezTo>
                  <a:cubicBezTo>
                    <a:pt x="984250" y="107334"/>
                    <a:pt x="1064260" y="212744"/>
                    <a:pt x="1116330" y="278784"/>
                  </a:cubicBezTo>
                  <a:cubicBezTo>
                    <a:pt x="1156970" y="330854"/>
                    <a:pt x="1191260" y="371494"/>
                    <a:pt x="1219200" y="424834"/>
                  </a:cubicBezTo>
                  <a:cubicBezTo>
                    <a:pt x="1248410" y="481984"/>
                    <a:pt x="1275080" y="541674"/>
                    <a:pt x="1286510" y="612794"/>
                  </a:cubicBezTo>
                  <a:cubicBezTo>
                    <a:pt x="1301750" y="697884"/>
                    <a:pt x="1290320" y="827424"/>
                    <a:pt x="1282700" y="904894"/>
                  </a:cubicBezTo>
                  <a:cubicBezTo>
                    <a:pt x="1277620" y="956964"/>
                    <a:pt x="1270000" y="995064"/>
                    <a:pt x="1261110" y="1034434"/>
                  </a:cubicBezTo>
                  <a:cubicBezTo>
                    <a:pt x="1252220" y="1068724"/>
                    <a:pt x="1247140" y="1099204"/>
                    <a:pt x="1230630" y="1129684"/>
                  </a:cubicBezTo>
                  <a:cubicBezTo>
                    <a:pt x="1212850" y="1163974"/>
                    <a:pt x="1183640" y="1200804"/>
                    <a:pt x="1153160" y="1224934"/>
                  </a:cubicBezTo>
                  <a:cubicBezTo>
                    <a:pt x="1126490" y="1247794"/>
                    <a:pt x="1093470" y="1265574"/>
                    <a:pt x="1060450" y="1273194"/>
                  </a:cubicBezTo>
                  <a:cubicBezTo>
                    <a:pt x="1028700" y="1282084"/>
                    <a:pt x="991870" y="1274464"/>
                    <a:pt x="960120" y="1274464"/>
                  </a:cubicBezTo>
                  <a:cubicBezTo>
                    <a:pt x="929640" y="1274464"/>
                    <a:pt x="909320" y="1275734"/>
                    <a:pt x="872490" y="1271924"/>
                  </a:cubicBezTo>
                  <a:cubicBezTo>
                    <a:pt x="806450" y="1265574"/>
                    <a:pt x="680720" y="1243984"/>
                    <a:pt x="603250" y="1226204"/>
                  </a:cubicBezTo>
                  <a:cubicBezTo>
                    <a:pt x="542290" y="1212234"/>
                    <a:pt x="486410" y="1203344"/>
                    <a:pt x="441960" y="1180484"/>
                  </a:cubicBezTo>
                  <a:cubicBezTo>
                    <a:pt x="405130" y="1160164"/>
                    <a:pt x="383540" y="1137304"/>
                    <a:pt x="350520" y="1103014"/>
                  </a:cubicBezTo>
                  <a:cubicBezTo>
                    <a:pt x="302260" y="1050944"/>
                    <a:pt x="227330" y="968394"/>
                    <a:pt x="194310" y="888384"/>
                  </a:cubicBezTo>
                  <a:cubicBezTo>
                    <a:pt x="161290" y="810914"/>
                    <a:pt x="157480" y="711854"/>
                    <a:pt x="151130" y="633114"/>
                  </a:cubicBezTo>
                  <a:cubicBezTo>
                    <a:pt x="147320" y="564534"/>
                    <a:pt x="144780" y="495954"/>
                    <a:pt x="157480" y="442614"/>
                  </a:cubicBezTo>
                  <a:cubicBezTo>
                    <a:pt x="167640" y="401974"/>
                    <a:pt x="181610" y="361334"/>
                    <a:pt x="207010" y="338474"/>
                  </a:cubicBezTo>
                  <a:cubicBezTo>
                    <a:pt x="233680" y="315614"/>
                    <a:pt x="279400" y="305454"/>
                    <a:pt x="312420" y="304184"/>
                  </a:cubicBezTo>
                  <a:cubicBezTo>
                    <a:pt x="341630" y="302914"/>
                    <a:pt x="374650" y="307994"/>
                    <a:pt x="396240" y="321964"/>
                  </a:cubicBezTo>
                  <a:cubicBezTo>
                    <a:pt x="416560" y="334664"/>
                    <a:pt x="436880" y="358794"/>
                    <a:pt x="440690" y="380384"/>
                  </a:cubicBezTo>
                  <a:cubicBezTo>
                    <a:pt x="444500" y="401974"/>
                    <a:pt x="433070" y="434994"/>
                    <a:pt x="417830" y="450234"/>
                  </a:cubicBezTo>
                  <a:cubicBezTo>
                    <a:pt x="402590" y="464204"/>
                    <a:pt x="347980" y="470554"/>
                    <a:pt x="347980" y="470554"/>
                  </a:cubicBezTo>
                </a:path>
              </a:pathLst>
            </a:custGeom>
            <a:solidFill>
              <a:srgbClr val="E7191F"/>
            </a:solidFill>
            <a:ln cap="sq">
              <a:noFill/>
              <a:prstDash val="solid"/>
              <a:miter/>
            </a:ln>
          </p:spPr>
          <p:txBody>
            <a:bodyPr/>
            <a:lstStyle/>
            <a:p>
              <a:endParaRPr lang="en-GB"/>
            </a:p>
          </p:txBody>
        </p:sp>
      </p:grpSp>
      <p:grpSp>
        <p:nvGrpSpPr>
          <p:cNvPr id="38" name="Group 38"/>
          <p:cNvGrpSpPr/>
          <p:nvPr/>
        </p:nvGrpSpPr>
        <p:grpSpPr>
          <a:xfrm>
            <a:off x="2034540" y="2602230"/>
            <a:ext cx="391478" cy="1179195"/>
            <a:chOff x="0" y="0"/>
            <a:chExt cx="521970" cy="1572260"/>
          </a:xfrm>
        </p:grpSpPr>
        <p:sp>
          <p:nvSpPr>
            <p:cNvPr id="39" name="Freeform 39"/>
            <p:cNvSpPr/>
            <p:nvPr/>
          </p:nvSpPr>
          <p:spPr>
            <a:xfrm>
              <a:off x="49661" y="50004"/>
              <a:ext cx="430831" cy="1472955"/>
            </a:xfrm>
            <a:custGeom>
              <a:avLst/>
              <a:gdLst/>
              <a:ahLst/>
              <a:cxnLst/>
              <a:rect l="l" t="t" r="r" b="b"/>
              <a:pathLst>
                <a:path w="430831" h="1472955">
                  <a:moveTo>
                    <a:pt x="128139" y="27466"/>
                  </a:moveTo>
                  <a:cubicBezTo>
                    <a:pt x="233549" y="182406"/>
                    <a:pt x="272919" y="275116"/>
                    <a:pt x="295779" y="333536"/>
                  </a:cubicBezTo>
                  <a:cubicBezTo>
                    <a:pt x="312289" y="375446"/>
                    <a:pt x="317369" y="398306"/>
                    <a:pt x="328799" y="446566"/>
                  </a:cubicBezTo>
                  <a:cubicBezTo>
                    <a:pt x="347849" y="526576"/>
                    <a:pt x="373249" y="648496"/>
                    <a:pt x="387219" y="776766"/>
                  </a:cubicBezTo>
                  <a:cubicBezTo>
                    <a:pt x="407539" y="955836"/>
                    <a:pt x="453259" y="1333026"/>
                    <a:pt x="417699" y="1423196"/>
                  </a:cubicBezTo>
                  <a:cubicBezTo>
                    <a:pt x="407539" y="1451136"/>
                    <a:pt x="387219" y="1462566"/>
                    <a:pt x="370709" y="1470186"/>
                  </a:cubicBezTo>
                  <a:cubicBezTo>
                    <a:pt x="355469" y="1475266"/>
                    <a:pt x="337689" y="1472726"/>
                    <a:pt x="324989" y="1467646"/>
                  </a:cubicBezTo>
                  <a:cubicBezTo>
                    <a:pt x="311019" y="1462566"/>
                    <a:pt x="297049" y="1451136"/>
                    <a:pt x="289429" y="1439706"/>
                  </a:cubicBezTo>
                  <a:cubicBezTo>
                    <a:pt x="281809" y="1427006"/>
                    <a:pt x="276729" y="1409226"/>
                    <a:pt x="279269" y="1395256"/>
                  </a:cubicBezTo>
                  <a:cubicBezTo>
                    <a:pt x="281809" y="1376206"/>
                    <a:pt x="299589" y="1348266"/>
                    <a:pt x="314829" y="1338106"/>
                  </a:cubicBezTo>
                  <a:cubicBezTo>
                    <a:pt x="327529" y="1330486"/>
                    <a:pt x="346579" y="1327946"/>
                    <a:pt x="360549" y="1330486"/>
                  </a:cubicBezTo>
                  <a:cubicBezTo>
                    <a:pt x="374519" y="1333026"/>
                    <a:pt x="391029" y="1339376"/>
                    <a:pt x="401189" y="1350806"/>
                  </a:cubicBezTo>
                  <a:cubicBezTo>
                    <a:pt x="412619" y="1364776"/>
                    <a:pt x="424049" y="1396526"/>
                    <a:pt x="420239" y="1415576"/>
                  </a:cubicBezTo>
                  <a:cubicBezTo>
                    <a:pt x="416429" y="1434626"/>
                    <a:pt x="393569" y="1458756"/>
                    <a:pt x="377059" y="1467646"/>
                  </a:cubicBezTo>
                  <a:cubicBezTo>
                    <a:pt x="364359" y="1473996"/>
                    <a:pt x="346579" y="1473996"/>
                    <a:pt x="332609" y="1470186"/>
                  </a:cubicBezTo>
                  <a:cubicBezTo>
                    <a:pt x="318639" y="1466376"/>
                    <a:pt x="302129" y="1456216"/>
                    <a:pt x="293239" y="1446056"/>
                  </a:cubicBezTo>
                  <a:cubicBezTo>
                    <a:pt x="284349" y="1434626"/>
                    <a:pt x="283079" y="1425736"/>
                    <a:pt x="277999" y="1402876"/>
                  </a:cubicBezTo>
                  <a:cubicBezTo>
                    <a:pt x="261489" y="1317786"/>
                    <a:pt x="269109" y="962186"/>
                    <a:pt x="251329" y="793276"/>
                  </a:cubicBezTo>
                  <a:cubicBezTo>
                    <a:pt x="237359" y="672626"/>
                    <a:pt x="224659" y="583726"/>
                    <a:pt x="196719" y="484666"/>
                  </a:cubicBezTo>
                  <a:cubicBezTo>
                    <a:pt x="170049" y="389416"/>
                    <a:pt x="128139" y="282736"/>
                    <a:pt x="88769" y="210346"/>
                  </a:cubicBezTo>
                  <a:cubicBezTo>
                    <a:pt x="60829" y="157006"/>
                    <a:pt x="7489" y="115096"/>
                    <a:pt x="1139" y="82076"/>
                  </a:cubicBezTo>
                  <a:cubicBezTo>
                    <a:pt x="-2671" y="61756"/>
                    <a:pt x="3679" y="45246"/>
                    <a:pt x="11299" y="32546"/>
                  </a:cubicBezTo>
                  <a:cubicBezTo>
                    <a:pt x="16379" y="22386"/>
                    <a:pt x="25269" y="14766"/>
                    <a:pt x="35429" y="8416"/>
                  </a:cubicBezTo>
                  <a:cubicBezTo>
                    <a:pt x="48129" y="2066"/>
                    <a:pt x="69719" y="-1744"/>
                    <a:pt x="84959" y="796"/>
                  </a:cubicBezTo>
                  <a:cubicBezTo>
                    <a:pt x="100199" y="4606"/>
                    <a:pt x="128139" y="27466"/>
                    <a:pt x="128139" y="27466"/>
                  </a:cubicBezTo>
                </a:path>
              </a:pathLst>
            </a:custGeom>
            <a:solidFill>
              <a:srgbClr val="E7191F"/>
            </a:solidFill>
            <a:ln cap="sq">
              <a:noFill/>
              <a:prstDash val="solid"/>
              <a:miter/>
            </a:ln>
          </p:spPr>
          <p:txBody>
            <a:bodyPr/>
            <a:lstStyle/>
            <a:p>
              <a:endParaRPr lang="en-GB"/>
            </a:p>
          </p:txBody>
        </p:sp>
      </p:grpSp>
      <p:grpSp>
        <p:nvGrpSpPr>
          <p:cNvPr id="40" name="Group 40"/>
          <p:cNvGrpSpPr/>
          <p:nvPr/>
        </p:nvGrpSpPr>
        <p:grpSpPr>
          <a:xfrm>
            <a:off x="2222183" y="3013710"/>
            <a:ext cx="710565" cy="197167"/>
            <a:chOff x="0" y="0"/>
            <a:chExt cx="947420" cy="262890"/>
          </a:xfrm>
        </p:grpSpPr>
        <p:sp>
          <p:nvSpPr>
            <p:cNvPr id="41" name="Freeform 41"/>
            <p:cNvSpPr/>
            <p:nvPr/>
          </p:nvSpPr>
          <p:spPr>
            <a:xfrm>
              <a:off x="50608" y="48084"/>
              <a:ext cx="845477" cy="178293"/>
            </a:xfrm>
            <a:custGeom>
              <a:avLst/>
              <a:gdLst/>
              <a:ahLst/>
              <a:cxnLst/>
              <a:rect l="l" t="t" r="r" b="b"/>
              <a:pathLst>
                <a:path w="845477" h="178293">
                  <a:moveTo>
                    <a:pt x="77662" y="3986"/>
                  </a:moveTo>
                  <a:cubicBezTo>
                    <a:pt x="810452" y="11606"/>
                    <a:pt x="820612" y="20496"/>
                    <a:pt x="830772" y="35736"/>
                  </a:cubicBezTo>
                  <a:cubicBezTo>
                    <a:pt x="842202" y="49706"/>
                    <a:pt x="847282" y="73836"/>
                    <a:pt x="844742" y="91616"/>
                  </a:cubicBezTo>
                  <a:cubicBezTo>
                    <a:pt x="843472" y="109396"/>
                    <a:pt x="832042" y="130986"/>
                    <a:pt x="818072" y="142416"/>
                  </a:cubicBezTo>
                  <a:cubicBezTo>
                    <a:pt x="805372" y="155116"/>
                    <a:pt x="782512" y="164006"/>
                    <a:pt x="764732" y="162736"/>
                  </a:cubicBezTo>
                  <a:cubicBezTo>
                    <a:pt x="743142" y="161466"/>
                    <a:pt x="710122" y="143686"/>
                    <a:pt x="697422" y="127176"/>
                  </a:cubicBezTo>
                  <a:cubicBezTo>
                    <a:pt x="685992" y="113206"/>
                    <a:pt x="680912" y="94156"/>
                    <a:pt x="683452" y="77646"/>
                  </a:cubicBezTo>
                  <a:cubicBezTo>
                    <a:pt x="685992" y="56056"/>
                    <a:pt x="702502" y="23036"/>
                    <a:pt x="722822" y="11606"/>
                  </a:cubicBezTo>
                  <a:cubicBezTo>
                    <a:pt x="741872" y="176"/>
                    <a:pt x="778702" y="-1094"/>
                    <a:pt x="799022" y="7796"/>
                  </a:cubicBezTo>
                  <a:cubicBezTo>
                    <a:pt x="819342" y="16686"/>
                    <a:pt x="840932" y="45896"/>
                    <a:pt x="844742" y="68756"/>
                  </a:cubicBezTo>
                  <a:cubicBezTo>
                    <a:pt x="848552" y="90346"/>
                    <a:pt x="837122" y="125906"/>
                    <a:pt x="820612" y="141146"/>
                  </a:cubicBezTo>
                  <a:cubicBezTo>
                    <a:pt x="804102" y="156386"/>
                    <a:pt x="768542" y="166546"/>
                    <a:pt x="746952" y="161466"/>
                  </a:cubicBezTo>
                  <a:cubicBezTo>
                    <a:pt x="725362" y="156386"/>
                    <a:pt x="697422" y="132256"/>
                    <a:pt x="688532" y="111936"/>
                  </a:cubicBezTo>
                  <a:cubicBezTo>
                    <a:pt x="679642" y="90346"/>
                    <a:pt x="685992" y="54786"/>
                    <a:pt x="697422" y="35736"/>
                  </a:cubicBezTo>
                  <a:cubicBezTo>
                    <a:pt x="705042" y="20496"/>
                    <a:pt x="722822" y="10336"/>
                    <a:pt x="738062" y="3986"/>
                  </a:cubicBezTo>
                  <a:cubicBezTo>
                    <a:pt x="752032" y="-1094"/>
                    <a:pt x="768542" y="-1094"/>
                    <a:pt x="783782" y="2716"/>
                  </a:cubicBezTo>
                  <a:cubicBezTo>
                    <a:pt x="800292" y="7796"/>
                    <a:pt x="820612" y="20496"/>
                    <a:pt x="830772" y="35736"/>
                  </a:cubicBezTo>
                  <a:cubicBezTo>
                    <a:pt x="840932" y="49706"/>
                    <a:pt x="847282" y="73836"/>
                    <a:pt x="844742" y="91616"/>
                  </a:cubicBezTo>
                  <a:cubicBezTo>
                    <a:pt x="843472" y="109396"/>
                    <a:pt x="832042" y="130986"/>
                    <a:pt x="818072" y="142416"/>
                  </a:cubicBezTo>
                  <a:cubicBezTo>
                    <a:pt x="805372" y="155116"/>
                    <a:pt x="792672" y="157656"/>
                    <a:pt x="764732" y="162736"/>
                  </a:cubicBezTo>
                  <a:cubicBezTo>
                    <a:pt x="663132" y="181786"/>
                    <a:pt x="152592" y="186866"/>
                    <a:pt x="58612" y="157656"/>
                  </a:cubicBezTo>
                  <a:cubicBezTo>
                    <a:pt x="33212" y="148766"/>
                    <a:pt x="23052" y="139876"/>
                    <a:pt x="14162" y="125906"/>
                  </a:cubicBezTo>
                  <a:cubicBezTo>
                    <a:pt x="4002" y="111936"/>
                    <a:pt x="-1078" y="89076"/>
                    <a:pt x="192" y="72566"/>
                  </a:cubicBezTo>
                  <a:cubicBezTo>
                    <a:pt x="2732" y="54786"/>
                    <a:pt x="12892" y="34466"/>
                    <a:pt x="25592" y="23036"/>
                  </a:cubicBezTo>
                  <a:cubicBezTo>
                    <a:pt x="38292" y="11606"/>
                    <a:pt x="77662" y="3986"/>
                    <a:pt x="77662" y="3986"/>
                  </a:cubicBezTo>
                </a:path>
              </a:pathLst>
            </a:custGeom>
            <a:solidFill>
              <a:srgbClr val="E7191F"/>
            </a:solidFill>
            <a:ln cap="sq">
              <a:noFill/>
              <a:prstDash val="solid"/>
              <a:miter/>
            </a:ln>
          </p:spPr>
          <p:txBody>
            <a:bodyPr/>
            <a:lstStyle/>
            <a:p>
              <a:endParaRPr lang="en-GB"/>
            </a:p>
          </p:txBody>
        </p:sp>
      </p:grpSp>
      <p:grpSp>
        <p:nvGrpSpPr>
          <p:cNvPr id="42" name="Group 42"/>
          <p:cNvGrpSpPr/>
          <p:nvPr/>
        </p:nvGrpSpPr>
        <p:grpSpPr>
          <a:xfrm>
            <a:off x="2596515" y="2425065"/>
            <a:ext cx="462915" cy="1250632"/>
            <a:chOff x="0" y="0"/>
            <a:chExt cx="617220" cy="1667510"/>
          </a:xfrm>
        </p:grpSpPr>
        <p:sp>
          <p:nvSpPr>
            <p:cNvPr id="43" name="Freeform 43"/>
            <p:cNvSpPr/>
            <p:nvPr/>
          </p:nvSpPr>
          <p:spPr>
            <a:xfrm>
              <a:off x="50016" y="47665"/>
              <a:ext cx="516484" cy="1568428"/>
            </a:xfrm>
            <a:custGeom>
              <a:avLst/>
              <a:gdLst/>
              <a:ahLst/>
              <a:cxnLst/>
              <a:rect l="l" t="t" r="r" b="b"/>
              <a:pathLst>
                <a:path w="516484" h="1568428">
                  <a:moveTo>
                    <a:pt x="139214" y="42505"/>
                  </a:moveTo>
                  <a:cubicBezTo>
                    <a:pt x="291614" y="413345"/>
                    <a:pt x="322094" y="507325"/>
                    <a:pt x="339874" y="592415"/>
                  </a:cubicBezTo>
                  <a:cubicBezTo>
                    <a:pt x="356384" y="664805"/>
                    <a:pt x="352574" y="714335"/>
                    <a:pt x="366544" y="800695"/>
                  </a:cubicBezTo>
                  <a:cubicBezTo>
                    <a:pt x="390674" y="944205"/>
                    <a:pt x="470684" y="1262975"/>
                    <a:pt x="487194" y="1368385"/>
                  </a:cubicBezTo>
                  <a:cubicBezTo>
                    <a:pt x="492274" y="1407755"/>
                    <a:pt x="497354" y="1449665"/>
                    <a:pt x="494814" y="1450935"/>
                  </a:cubicBezTo>
                  <a:cubicBezTo>
                    <a:pt x="492274" y="1450935"/>
                    <a:pt x="483384" y="1426805"/>
                    <a:pt x="484654" y="1425535"/>
                  </a:cubicBezTo>
                  <a:cubicBezTo>
                    <a:pt x="485924" y="1425535"/>
                    <a:pt x="508784" y="1452205"/>
                    <a:pt x="512594" y="1467445"/>
                  </a:cubicBezTo>
                  <a:cubicBezTo>
                    <a:pt x="517674" y="1482685"/>
                    <a:pt x="516404" y="1503005"/>
                    <a:pt x="511324" y="1516975"/>
                  </a:cubicBezTo>
                  <a:cubicBezTo>
                    <a:pt x="504974" y="1532215"/>
                    <a:pt x="492274" y="1547455"/>
                    <a:pt x="479574" y="1556345"/>
                  </a:cubicBezTo>
                  <a:cubicBezTo>
                    <a:pt x="465604" y="1565235"/>
                    <a:pt x="446554" y="1570315"/>
                    <a:pt x="430044" y="1567775"/>
                  </a:cubicBezTo>
                  <a:cubicBezTo>
                    <a:pt x="409724" y="1563965"/>
                    <a:pt x="379244" y="1546185"/>
                    <a:pt x="367814" y="1527135"/>
                  </a:cubicBezTo>
                  <a:cubicBezTo>
                    <a:pt x="357654" y="1508085"/>
                    <a:pt x="357654" y="1472525"/>
                    <a:pt x="367814" y="1453475"/>
                  </a:cubicBezTo>
                  <a:cubicBezTo>
                    <a:pt x="376704" y="1434425"/>
                    <a:pt x="407184" y="1415375"/>
                    <a:pt x="427504" y="1411565"/>
                  </a:cubicBezTo>
                  <a:cubicBezTo>
                    <a:pt x="444014" y="1407755"/>
                    <a:pt x="463064" y="1411565"/>
                    <a:pt x="477034" y="1421725"/>
                  </a:cubicBezTo>
                  <a:cubicBezTo>
                    <a:pt x="493544" y="1433155"/>
                    <a:pt x="515134" y="1462365"/>
                    <a:pt x="516404" y="1483955"/>
                  </a:cubicBezTo>
                  <a:cubicBezTo>
                    <a:pt x="517674" y="1505545"/>
                    <a:pt x="503704" y="1538565"/>
                    <a:pt x="485924" y="1551265"/>
                  </a:cubicBezTo>
                  <a:cubicBezTo>
                    <a:pt x="469414" y="1565235"/>
                    <a:pt x="430044" y="1566505"/>
                    <a:pt x="413534" y="1563965"/>
                  </a:cubicBezTo>
                  <a:cubicBezTo>
                    <a:pt x="403374" y="1562695"/>
                    <a:pt x="398294" y="1561425"/>
                    <a:pt x="390674" y="1552535"/>
                  </a:cubicBezTo>
                  <a:cubicBezTo>
                    <a:pt x="371624" y="1530945"/>
                    <a:pt x="356384" y="1469985"/>
                    <a:pt x="337334" y="1396325"/>
                  </a:cubicBezTo>
                  <a:cubicBezTo>
                    <a:pt x="296694" y="1238845"/>
                    <a:pt x="243354" y="813395"/>
                    <a:pt x="200174" y="629245"/>
                  </a:cubicBezTo>
                  <a:cubicBezTo>
                    <a:pt x="176044" y="523835"/>
                    <a:pt x="159534" y="467955"/>
                    <a:pt x="129054" y="382865"/>
                  </a:cubicBezTo>
                  <a:cubicBezTo>
                    <a:pt x="94764" y="287615"/>
                    <a:pt x="7134" y="144105"/>
                    <a:pt x="784" y="85685"/>
                  </a:cubicBezTo>
                  <a:cubicBezTo>
                    <a:pt x="-1756" y="61555"/>
                    <a:pt x="2054" y="48855"/>
                    <a:pt x="9674" y="34885"/>
                  </a:cubicBezTo>
                  <a:cubicBezTo>
                    <a:pt x="18564" y="20915"/>
                    <a:pt x="35074" y="6945"/>
                    <a:pt x="51584" y="3135"/>
                  </a:cubicBezTo>
                  <a:cubicBezTo>
                    <a:pt x="66824" y="-1945"/>
                    <a:pt x="88414" y="-675"/>
                    <a:pt x="102384" y="5675"/>
                  </a:cubicBezTo>
                  <a:cubicBezTo>
                    <a:pt x="117624" y="13295"/>
                    <a:pt x="139214" y="42505"/>
                    <a:pt x="139214" y="42505"/>
                  </a:cubicBezTo>
                </a:path>
              </a:pathLst>
            </a:custGeom>
            <a:solidFill>
              <a:srgbClr val="E7191F"/>
            </a:solidFill>
            <a:ln cap="sq">
              <a:noFill/>
              <a:prstDash val="solid"/>
              <a:miter/>
            </a:ln>
          </p:spPr>
          <p:txBody>
            <a:bodyPr/>
            <a:lstStyle/>
            <a:p>
              <a:endParaRPr lang="en-GB"/>
            </a:p>
          </p:txBody>
        </p:sp>
      </p:grpSp>
      <p:grpSp>
        <p:nvGrpSpPr>
          <p:cNvPr id="44" name="Group 44"/>
          <p:cNvGrpSpPr/>
          <p:nvPr/>
        </p:nvGrpSpPr>
        <p:grpSpPr>
          <a:xfrm>
            <a:off x="3011805" y="2663190"/>
            <a:ext cx="419100" cy="981075"/>
            <a:chOff x="0" y="0"/>
            <a:chExt cx="558800" cy="1308100"/>
          </a:xfrm>
        </p:grpSpPr>
        <p:sp>
          <p:nvSpPr>
            <p:cNvPr id="45" name="Freeform 45"/>
            <p:cNvSpPr/>
            <p:nvPr/>
          </p:nvSpPr>
          <p:spPr>
            <a:xfrm>
              <a:off x="50800" y="48382"/>
              <a:ext cx="457200" cy="1208649"/>
            </a:xfrm>
            <a:custGeom>
              <a:avLst/>
              <a:gdLst/>
              <a:ahLst/>
              <a:cxnLst/>
              <a:rect l="l" t="t" r="r" b="b"/>
              <a:pathLst>
                <a:path w="457200" h="1208649">
                  <a:moveTo>
                    <a:pt x="152400" y="63378"/>
                  </a:moveTo>
                  <a:cubicBezTo>
                    <a:pt x="173990" y="170058"/>
                    <a:pt x="196850" y="196728"/>
                    <a:pt x="213360" y="241178"/>
                  </a:cubicBezTo>
                  <a:cubicBezTo>
                    <a:pt x="242570" y="317378"/>
                    <a:pt x="278130" y="443108"/>
                    <a:pt x="307340" y="557408"/>
                  </a:cubicBezTo>
                  <a:cubicBezTo>
                    <a:pt x="341630" y="692028"/>
                    <a:pt x="373380" y="899038"/>
                    <a:pt x="405130" y="1000638"/>
                  </a:cubicBezTo>
                  <a:cubicBezTo>
                    <a:pt x="422910" y="1056518"/>
                    <a:pt x="455930" y="1094618"/>
                    <a:pt x="457200" y="1127638"/>
                  </a:cubicBezTo>
                  <a:cubicBezTo>
                    <a:pt x="457200" y="1146688"/>
                    <a:pt x="450850" y="1163198"/>
                    <a:pt x="440690" y="1175898"/>
                  </a:cubicBezTo>
                  <a:cubicBezTo>
                    <a:pt x="431800" y="1188598"/>
                    <a:pt x="414020" y="1201298"/>
                    <a:pt x="398780" y="1205108"/>
                  </a:cubicBezTo>
                  <a:cubicBezTo>
                    <a:pt x="383540" y="1210188"/>
                    <a:pt x="363220" y="1210188"/>
                    <a:pt x="347980" y="1202568"/>
                  </a:cubicBezTo>
                  <a:cubicBezTo>
                    <a:pt x="328930" y="1193678"/>
                    <a:pt x="304800" y="1165738"/>
                    <a:pt x="298450" y="1146688"/>
                  </a:cubicBezTo>
                  <a:cubicBezTo>
                    <a:pt x="293370" y="1130178"/>
                    <a:pt x="295910" y="1111128"/>
                    <a:pt x="303530" y="1095888"/>
                  </a:cubicBezTo>
                  <a:cubicBezTo>
                    <a:pt x="313690" y="1076838"/>
                    <a:pt x="341630" y="1052708"/>
                    <a:pt x="363220" y="1048898"/>
                  </a:cubicBezTo>
                  <a:cubicBezTo>
                    <a:pt x="384810" y="1045088"/>
                    <a:pt x="419100" y="1059058"/>
                    <a:pt x="434340" y="1073028"/>
                  </a:cubicBezTo>
                  <a:cubicBezTo>
                    <a:pt x="447040" y="1084458"/>
                    <a:pt x="454660" y="1102238"/>
                    <a:pt x="455930" y="1118748"/>
                  </a:cubicBezTo>
                  <a:cubicBezTo>
                    <a:pt x="458470" y="1135258"/>
                    <a:pt x="455930" y="1154308"/>
                    <a:pt x="445770" y="1168278"/>
                  </a:cubicBezTo>
                  <a:cubicBezTo>
                    <a:pt x="434340" y="1186058"/>
                    <a:pt x="403860" y="1206378"/>
                    <a:pt x="382270" y="1207648"/>
                  </a:cubicBezTo>
                  <a:cubicBezTo>
                    <a:pt x="359410" y="1210188"/>
                    <a:pt x="332740" y="1197488"/>
                    <a:pt x="313690" y="1177168"/>
                  </a:cubicBezTo>
                  <a:cubicBezTo>
                    <a:pt x="285750" y="1149228"/>
                    <a:pt x="270510" y="1093348"/>
                    <a:pt x="252730" y="1033658"/>
                  </a:cubicBezTo>
                  <a:cubicBezTo>
                    <a:pt x="223520" y="943488"/>
                    <a:pt x="212090" y="807598"/>
                    <a:pt x="179070" y="679328"/>
                  </a:cubicBezTo>
                  <a:cubicBezTo>
                    <a:pt x="137160" y="523118"/>
                    <a:pt x="35560" y="258958"/>
                    <a:pt x="12700" y="163708"/>
                  </a:cubicBezTo>
                  <a:cubicBezTo>
                    <a:pt x="3810" y="128148"/>
                    <a:pt x="0" y="111638"/>
                    <a:pt x="0" y="88778"/>
                  </a:cubicBezTo>
                  <a:cubicBezTo>
                    <a:pt x="1270" y="69728"/>
                    <a:pt x="2540" y="50678"/>
                    <a:pt x="11430" y="35438"/>
                  </a:cubicBezTo>
                  <a:cubicBezTo>
                    <a:pt x="20320" y="21468"/>
                    <a:pt x="38100" y="7498"/>
                    <a:pt x="54610" y="2418"/>
                  </a:cubicBezTo>
                  <a:cubicBezTo>
                    <a:pt x="71120" y="-1392"/>
                    <a:pt x="92710" y="-1392"/>
                    <a:pt x="109220" y="7498"/>
                  </a:cubicBezTo>
                  <a:cubicBezTo>
                    <a:pt x="127000" y="16388"/>
                    <a:pt x="152400" y="63378"/>
                    <a:pt x="152400" y="63378"/>
                  </a:cubicBezTo>
                </a:path>
              </a:pathLst>
            </a:custGeom>
            <a:solidFill>
              <a:srgbClr val="E7191F"/>
            </a:solidFill>
            <a:ln cap="sq">
              <a:noFill/>
              <a:prstDash val="solid"/>
              <a:miter/>
            </a:ln>
          </p:spPr>
          <p:txBody>
            <a:bodyPr/>
            <a:lstStyle/>
            <a:p>
              <a:endParaRPr lang="en-GB"/>
            </a:p>
          </p:txBody>
        </p:sp>
      </p:grpSp>
      <p:grpSp>
        <p:nvGrpSpPr>
          <p:cNvPr id="46" name="Group 46"/>
          <p:cNvGrpSpPr/>
          <p:nvPr/>
        </p:nvGrpSpPr>
        <p:grpSpPr>
          <a:xfrm>
            <a:off x="3303270" y="1988820"/>
            <a:ext cx="1176338" cy="1590675"/>
            <a:chOff x="0" y="0"/>
            <a:chExt cx="1568450" cy="2120900"/>
          </a:xfrm>
        </p:grpSpPr>
        <p:sp>
          <p:nvSpPr>
            <p:cNvPr id="47" name="Freeform 47"/>
            <p:cNvSpPr/>
            <p:nvPr/>
          </p:nvSpPr>
          <p:spPr>
            <a:xfrm>
              <a:off x="50146" y="48657"/>
              <a:ext cx="1468730" cy="2021677"/>
            </a:xfrm>
            <a:custGeom>
              <a:avLst/>
              <a:gdLst/>
              <a:ahLst/>
              <a:cxnLst/>
              <a:rect l="l" t="t" r="r" b="b"/>
              <a:pathLst>
                <a:path w="1468730" h="2021677">
                  <a:moveTo>
                    <a:pt x="142894" y="44053"/>
                  </a:moveTo>
                  <a:cubicBezTo>
                    <a:pt x="343554" y="571103"/>
                    <a:pt x="343554" y="618093"/>
                    <a:pt x="365144" y="695563"/>
                  </a:cubicBezTo>
                  <a:cubicBezTo>
                    <a:pt x="396894" y="802243"/>
                    <a:pt x="457854" y="933053"/>
                    <a:pt x="498494" y="1062593"/>
                  </a:cubicBezTo>
                  <a:cubicBezTo>
                    <a:pt x="544214" y="1207373"/>
                    <a:pt x="581044" y="1415653"/>
                    <a:pt x="622954" y="1526143"/>
                  </a:cubicBezTo>
                  <a:cubicBezTo>
                    <a:pt x="647084" y="1590913"/>
                    <a:pt x="659784" y="1626473"/>
                    <a:pt x="697884" y="1674733"/>
                  </a:cubicBezTo>
                  <a:cubicBezTo>
                    <a:pt x="744874" y="1736963"/>
                    <a:pt x="842664" y="1829673"/>
                    <a:pt x="898544" y="1852533"/>
                  </a:cubicBezTo>
                  <a:cubicBezTo>
                    <a:pt x="927754" y="1863963"/>
                    <a:pt x="949344" y="1861423"/>
                    <a:pt x="977284" y="1856343"/>
                  </a:cubicBezTo>
                  <a:cubicBezTo>
                    <a:pt x="1010304" y="1852533"/>
                    <a:pt x="1043324" y="1842373"/>
                    <a:pt x="1080154" y="1818243"/>
                  </a:cubicBezTo>
                  <a:cubicBezTo>
                    <a:pt x="1139844" y="1780143"/>
                    <a:pt x="1246524" y="1677273"/>
                    <a:pt x="1278274" y="1617583"/>
                  </a:cubicBezTo>
                  <a:cubicBezTo>
                    <a:pt x="1297324" y="1580753"/>
                    <a:pt x="1304944" y="1546463"/>
                    <a:pt x="1298594" y="1515983"/>
                  </a:cubicBezTo>
                  <a:cubicBezTo>
                    <a:pt x="1292244" y="1482963"/>
                    <a:pt x="1266844" y="1455023"/>
                    <a:pt x="1240174" y="1427083"/>
                  </a:cubicBezTo>
                  <a:cubicBezTo>
                    <a:pt x="1204614" y="1388983"/>
                    <a:pt x="1123334" y="1350883"/>
                    <a:pt x="1095394" y="1320403"/>
                  </a:cubicBezTo>
                  <a:cubicBezTo>
                    <a:pt x="1080154" y="1303893"/>
                    <a:pt x="1069994" y="1291193"/>
                    <a:pt x="1066184" y="1274683"/>
                  </a:cubicBezTo>
                  <a:cubicBezTo>
                    <a:pt x="1062374" y="1258173"/>
                    <a:pt x="1063644" y="1236583"/>
                    <a:pt x="1069994" y="1221343"/>
                  </a:cubicBezTo>
                  <a:cubicBezTo>
                    <a:pt x="1077614" y="1206103"/>
                    <a:pt x="1091584" y="1189593"/>
                    <a:pt x="1106824" y="1181973"/>
                  </a:cubicBezTo>
                  <a:cubicBezTo>
                    <a:pt x="1120794" y="1173083"/>
                    <a:pt x="1141114" y="1168003"/>
                    <a:pt x="1158894" y="1171813"/>
                  </a:cubicBezTo>
                  <a:cubicBezTo>
                    <a:pt x="1180484" y="1175623"/>
                    <a:pt x="1212234" y="1198483"/>
                    <a:pt x="1222394" y="1216263"/>
                  </a:cubicBezTo>
                  <a:cubicBezTo>
                    <a:pt x="1232554" y="1232773"/>
                    <a:pt x="1235094" y="1253093"/>
                    <a:pt x="1230014" y="1269603"/>
                  </a:cubicBezTo>
                  <a:cubicBezTo>
                    <a:pt x="1224934" y="1291193"/>
                    <a:pt x="1202074" y="1321673"/>
                    <a:pt x="1181754" y="1331833"/>
                  </a:cubicBezTo>
                  <a:cubicBezTo>
                    <a:pt x="1160164" y="1340723"/>
                    <a:pt x="1122064" y="1335643"/>
                    <a:pt x="1103014" y="1325483"/>
                  </a:cubicBezTo>
                  <a:cubicBezTo>
                    <a:pt x="1086504" y="1316593"/>
                    <a:pt x="1073804" y="1301353"/>
                    <a:pt x="1068724" y="1283573"/>
                  </a:cubicBezTo>
                  <a:cubicBezTo>
                    <a:pt x="1063644" y="1263253"/>
                    <a:pt x="1068724" y="1223883"/>
                    <a:pt x="1078884" y="1206103"/>
                  </a:cubicBezTo>
                  <a:cubicBezTo>
                    <a:pt x="1089044" y="1190863"/>
                    <a:pt x="1106824" y="1179433"/>
                    <a:pt x="1123334" y="1174353"/>
                  </a:cubicBezTo>
                  <a:cubicBezTo>
                    <a:pt x="1138574" y="1169273"/>
                    <a:pt x="1156354" y="1169273"/>
                    <a:pt x="1176674" y="1175623"/>
                  </a:cubicBezTo>
                  <a:cubicBezTo>
                    <a:pt x="1213504" y="1188323"/>
                    <a:pt x="1273194" y="1240393"/>
                    <a:pt x="1313834" y="1272143"/>
                  </a:cubicBezTo>
                  <a:cubicBezTo>
                    <a:pt x="1349394" y="1301353"/>
                    <a:pt x="1384954" y="1331833"/>
                    <a:pt x="1407814" y="1361043"/>
                  </a:cubicBezTo>
                  <a:cubicBezTo>
                    <a:pt x="1426864" y="1383903"/>
                    <a:pt x="1438294" y="1404223"/>
                    <a:pt x="1448454" y="1429623"/>
                  </a:cubicBezTo>
                  <a:cubicBezTo>
                    <a:pt x="1458614" y="1456293"/>
                    <a:pt x="1466234" y="1489313"/>
                    <a:pt x="1467504" y="1518523"/>
                  </a:cubicBezTo>
                  <a:cubicBezTo>
                    <a:pt x="1470044" y="1545193"/>
                    <a:pt x="1468774" y="1568053"/>
                    <a:pt x="1462424" y="1594723"/>
                  </a:cubicBezTo>
                  <a:cubicBezTo>
                    <a:pt x="1453534" y="1631553"/>
                    <a:pt x="1438294" y="1672193"/>
                    <a:pt x="1412894" y="1712833"/>
                  </a:cubicBezTo>
                  <a:cubicBezTo>
                    <a:pt x="1378604" y="1766173"/>
                    <a:pt x="1306214" y="1834753"/>
                    <a:pt x="1259224" y="1880473"/>
                  </a:cubicBezTo>
                  <a:cubicBezTo>
                    <a:pt x="1223664" y="1914763"/>
                    <a:pt x="1193184" y="1942703"/>
                    <a:pt x="1161434" y="1964293"/>
                  </a:cubicBezTo>
                  <a:cubicBezTo>
                    <a:pt x="1134764" y="1983343"/>
                    <a:pt x="1114444" y="1997313"/>
                    <a:pt x="1085234" y="2007473"/>
                  </a:cubicBezTo>
                  <a:cubicBezTo>
                    <a:pt x="1050944" y="2018903"/>
                    <a:pt x="1001414" y="2022713"/>
                    <a:pt x="963314" y="2021443"/>
                  </a:cubicBezTo>
                  <a:cubicBezTo>
                    <a:pt x="930294" y="2020173"/>
                    <a:pt x="907434" y="2017633"/>
                    <a:pt x="870604" y="2002393"/>
                  </a:cubicBezTo>
                  <a:cubicBezTo>
                    <a:pt x="808374" y="1975723"/>
                    <a:pt x="701694" y="1908413"/>
                    <a:pt x="636924" y="1838563"/>
                  </a:cubicBezTo>
                  <a:cubicBezTo>
                    <a:pt x="570884" y="1766173"/>
                    <a:pt x="525164" y="1676003"/>
                    <a:pt x="481984" y="1570593"/>
                  </a:cubicBezTo>
                  <a:cubicBezTo>
                    <a:pt x="428644" y="1441053"/>
                    <a:pt x="409594" y="1255633"/>
                    <a:pt x="363874" y="1110853"/>
                  </a:cubicBezTo>
                  <a:cubicBezTo>
                    <a:pt x="321964" y="976233"/>
                    <a:pt x="264814" y="859393"/>
                    <a:pt x="222904" y="729853"/>
                  </a:cubicBezTo>
                  <a:cubicBezTo>
                    <a:pt x="180994" y="601583"/>
                    <a:pt x="151784" y="451723"/>
                    <a:pt x="109874" y="337423"/>
                  </a:cubicBezTo>
                  <a:cubicBezTo>
                    <a:pt x="76854" y="242173"/>
                    <a:pt x="7004" y="139303"/>
                    <a:pt x="654" y="85963"/>
                  </a:cubicBezTo>
                  <a:cubicBezTo>
                    <a:pt x="-1886" y="63103"/>
                    <a:pt x="3194" y="47863"/>
                    <a:pt x="12084" y="33893"/>
                  </a:cubicBezTo>
                  <a:cubicBezTo>
                    <a:pt x="19704" y="19923"/>
                    <a:pt x="37484" y="7223"/>
                    <a:pt x="53994" y="2143"/>
                  </a:cubicBezTo>
                  <a:cubicBezTo>
                    <a:pt x="69234" y="-1667"/>
                    <a:pt x="92094" y="-397"/>
                    <a:pt x="106064" y="5953"/>
                  </a:cubicBezTo>
                  <a:cubicBezTo>
                    <a:pt x="121304" y="13573"/>
                    <a:pt x="142894" y="44053"/>
                    <a:pt x="142894" y="44053"/>
                  </a:cubicBezTo>
                </a:path>
              </a:pathLst>
            </a:custGeom>
            <a:solidFill>
              <a:srgbClr val="E7191F"/>
            </a:solidFill>
            <a:ln cap="sq">
              <a:noFill/>
              <a:prstDash val="solid"/>
              <a:miter/>
            </a:ln>
          </p:spPr>
          <p:txBody>
            <a:bodyPr/>
            <a:lstStyle/>
            <a:p>
              <a:endParaRPr lang="en-GB"/>
            </a:p>
          </p:txBody>
        </p:sp>
      </p:grpSp>
      <p:grpSp>
        <p:nvGrpSpPr>
          <p:cNvPr id="48" name="Group 48"/>
          <p:cNvGrpSpPr/>
          <p:nvPr/>
        </p:nvGrpSpPr>
        <p:grpSpPr>
          <a:xfrm>
            <a:off x="3301365" y="2321242"/>
            <a:ext cx="886777" cy="290512"/>
            <a:chOff x="0" y="0"/>
            <a:chExt cx="1182370" cy="387350"/>
          </a:xfrm>
        </p:grpSpPr>
        <p:sp>
          <p:nvSpPr>
            <p:cNvPr id="49" name="Freeform 49"/>
            <p:cNvSpPr/>
            <p:nvPr/>
          </p:nvSpPr>
          <p:spPr>
            <a:xfrm>
              <a:off x="50564" y="49118"/>
              <a:ext cx="1080305" cy="295217"/>
            </a:xfrm>
            <a:custGeom>
              <a:avLst/>
              <a:gdLst/>
              <a:ahLst/>
              <a:cxnLst/>
              <a:rect l="l" t="t" r="r" b="b"/>
              <a:pathLst>
                <a:path w="1080305" h="295217">
                  <a:moveTo>
                    <a:pt x="76436" y="132492"/>
                  </a:moveTo>
                  <a:cubicBezTo>
                    <a:pt x="496806" y="117252"/>
                    <a:pt x="659366" y="52482"/>
                    <a:pt x="766046" y="30892"/>
                  </a:cubicBezTo>
                  <a:cubicBezTo>
                    <a:pt x="838436" y="15652"/>
                    <a:pt x="898126" y="4222"/>
                    <a:pt x="948926" y="2952"/>
                  </a:cubicBezTo>
                  <a:cubicBezTo>
                    <a:pt x="985756" y="2952"/>
                    <a:pt x="1023856" y="-858"/>
                    <a:pt x="1045446" y="15652"/>
                  </a:cubicBezTo>
                  <a:cubicBezTo>
                    <a:pt x="1064496" y="28352"/>
                    <a:pt x="1081006" y="60102"/>
                    <a:pt x="1079736" y="81692"/>
                  </a:cubicBezTo>
                  <a:cubicBezTo>
                    <a:pt x="1079736" y="104552"/>
                    <a:pt x="1060686" y="135032"/>
                    <a:pt x="1044176" y="147732"/>
                  </a:cubicBezTo>
                  <a:cubicBezTo>
                    <a:pt x="1030206" y="159162"/>
                    <a:pt x="1009886" y="161702"/>
                    <a:pt x="994646" y="161702"/>
                  </a:cubicBezTo>
                  <a:cubicBezTo>
                    <a:pt x="978136" y="160432"/>
                    <a:pt x="959086" y="152812"/>
                    <a:pt x="946386" y="141382"/>
                  </a:cubicBezTo>
                  <a:cubicBezTo>
                    <a:pt x="934956" y="131222"/>
                    <a:pt x="924796" y="113442"/>
                    <a:pt x="920986" y="96932"/>
                  </a:cubicBezTo>
                  <a:cubicBezTo>
                    <a:pt x="917176" y="81692"/>
                    <a:pt x="918446" y="61372"/>
                    <a:pt x="927336" y="46132"/>
                  </a:cubicBezTo>
                  <a:cubicBezTo>
                    <a:pt x="937496" y="28352"/>
                    <a:pt x="967976" y="6762"/>
                    <a:pt x="988296" y="1682"/>
                  </a:cubicBezTo>
                  <a:cubicBezTo>
                    <a:pt x="1004806" y="-2128"/>
                    <a:pt x="1023856" y="412"/>
                    <a:pt x="1037826" y="10572"/>
                  </a:cubicBezTo>
                  <a:cubicBezTo>
                    <a:pt x="1055606" y="22002"/>
                    <a:pt x="1075926" y="52482"/>
                    <a:pt x="1079736" y="72802"/>
                  </a:cubicBezTo>
                  <a:cubicBezTo>
                    <a:pt x="1082276" y="90582"/>
                    <a:pt x="1075926" y="109632"/>
                    <a:pt x="1068306" y="123602"/>
                  </a:cubicBezTo>
                  <a:cubicBezTo>
                    <a:pt x="1059416" y="137572"/>
                    <a:pt x="1049256" y="146462"/>
                    <a:pt x="1028936" y="156622"/>
                  </a:cubicBezTo>
                  <a:cubicBezTo>
                    <a:pt x="981946" y="176942"/>
                    <a:pt x="866376" y="170592"/>
                    <a:pt x="771126" y="188372"/>
                  </a:cubicBezTo>
                  <a:cubicBezTo>
                    <a:pt x="653016" y="209962"/>
                    <a:pt x="498076" y="270922"/>
                    <a:pt x="374886" y="286162"/>
                  </a:cubicBezTo>
                  <a:cubicBezTo>
                    <a:pt x="269476" y="298862"/>
                    <a:pt x="134856" y="297592"/>
                    <a:pt x="76436" y="286162"/>
                  </a:cubicBezTo>
                  <a:cubicBezTo>
                    <a:pt x="52306" y="282352"/>
                    <a:pt x="38336" y="278542"/>
                    <a:pt x="25636" y="267112"/>
                  </a:cubicBezTo>
                  <a:cubicBezTo>
                    <a:pt x="12936" y="255682"/>
                    <a:pt x="2776" y="235362"/>
                    <a:pt x="236" y="218852"/>
                  </a:cubicBezTo>
                  <a:cubicBezTo>
                    <a:pt x="-1034" y="202342"/>
                    <a:pt x="2776" y="179482"/>
                    <a:pt x="12936" y="166782"/>
                  </a:cubicBezTo>
                  <a:cubicBezTo>
                    <a:pt x="25636" y="150272"/>
                    <a:pt x="76436" y="132492"/>
                    <a:pt x="76436" y="132492"/>
                  </a:cubicBezTo>
                </a:path>
              </a:pathLst>
            </a:custGeom>
            <a:solidFill>
              <a:srgbClr val="E7191F"/>
            </a:solidFill>
            <a:ln cap="sq">
              <a:noFill/>
              <a:prstDash val="solid"/>
              <a:miter/>
            </a:ln>
          </p:spPr>
          <p:txBody>
            <a:bodyPr/>
            <a:lstStyle/>
            <a:p>
              <a:endParaRPr lang="en-GB"/>
            </a:p>
          </p:txBody>
        </p:sp>
      </p:grpSp>
      <p:grpSp>
        <p:nvGrpSpPr>
          <p:cNvPr id="50" name="Group 50"/>
          <p:cNvGrpSpPr/>
          <p:nvPr/>
        </p:nvGrpSpPr>
        <p:grpSpPr>
          <a:xfrm>
            <a:off x="3092767" y="2339340"/>
            <a:ext cx="287655" cy="191452"/>
            <a:chOff x="0" y="0"/>
            <a:chExt cx="383540" cy="255270"/>
          </a:xfrm>
        </p:grpSpPr>
        <p:sp>
          <p:nvSpPr>
            <p:cNvPr id="51" name="Freeform 51"/>
            <p:cNvSpPr/>
            <p:nvPr/>
          </p:nvSpPr>
          <p:spPr>
            <a:xfrm>
              <a:off x="50503" y="50476"/>
              <a:ext cx="281160" cy="158439"/>
            </a:xfrm>
            <a:custGeom>
              <a:avLst/>
              <a:gdLst/>
              <a:ahLst/>
              <a:cxnLst/>
              <a:rect l="l" t="t" r="r" b="b"/>
              <a:pathLst>
                <a:path w="281160" h="158439">
                  <a:moveTo>
                    <a:pt x="75227" y="324"/>
                  </a:moveTo>
                  <a:cubicBezTo>
                    <a:pt x="247947" y="10484"/>
                    <a:pt x="259377" y="20644"/>
                    <a:pt x="268267" y="33344"/>
                  </a:cubicBezTo>
                  <a:cubicBezTo>
                    <a:pt x="277157" y="46044"/>
                    <a:pt x="282237" y="65094"/>
                    <a:pt x="280967" y="81604"/>
                  </a:cubicBezTo>
                  <a:cubicBezTo>
                    <a:pt x="280967" y="96844"/>
                    <a:pt x="274617" y="114624"/>
                    <a:pt x="263187" y="127324"/>
                  </a:cubicBezTo>
                  <a:cubicBezTo>
                    <a:pt x="249217" y="141294"/>
                    <a:pt x="217467" y="155264"/>
                    <a:pt x="195877" y="153994"/>
                  </a:cubicBezTo>
                  <a:cubicBezTo>
                    <a:pt x="175557" y="151454"/>
                    <a:pt x="146347" y="132404"/>
                    <a:pt x="136187" y="113354"/>
                  </a:cubicBezTo>
                  <a:cubicBezTo>
                    <a:pt x="126027" y="94304"/>
                    <a:pt x="126027" y="60014"/>
                    <a:pt x="136187" y="40964"/>
                  </a:cubicBezTo>
                  <a:cubicBezTo>
                    <a:pt x="146347" y="21914"/>
                    <a:pt x="175557" y="2864"/>
                    <a:pt x="195877" y="324"/>
                  </a:cubicBezTo>
                  <a:cubicBezTo>
                    <a:pt x="217467" y="-2216"/>
                    <a:pt x="249217" y="10484"/>
                    <a:pt x="263187" y="26994"/>
                  </a:cubicBezTo>
                  <a:cubicBezTo>
                    <a:pt x="277157" y="43504"/>
                    <a:pt x="282237" y="77794"/>
                    <a:pt x="278427" y="98114"/>
                  </a:cubicBezTo>
                  <a:cubicBezTo>
                    <a:pt x="275887" y="113354"/>
                    <a:pt x="263187" y="128594"/>
                    <a:pt x="251757" y="138754"/>
                  </a:cubicBezTo>
                  <a:cubicBezTo>
                    <a:pt x="239057" y="147644"/>
                    <a:pt x="225087" y="151454"/>
                    <a:pt x="204767" y="153994"/>
                  </a:cubicBezTo>
                  <a:cubicBezTo>
                    <a:pt x="169207" y="159074"/>
                    <a:pt x="91737" y="161614"/>
                    <a:pt x="57447" y="151454"/>
                  </a:cubicBezTo>
                  <a:cubicBezTo>
                    <a:pt x="37127" y="145104"/>
                    <a:pt x="21887" y="132404"/>
                    <a:pt x="12997" y="120974"/>
                  </a:cubicBezTo>
                  <a:cubicBezTo>
                    <a:pt x="5377" y="110814"/>
                    <a:pt x="297" y="99384"/>
                    <a:pt x="297" y="86684"/>
                  </a:cubicBezTo>
                  <a:cubicBezTo>
                    <a:pt x="-973" y="70174"/>
                    <a:pt x="1567" y="47314"/>
                    <a:pt x="12997" y="33344"/>
                  </a:cubicBezTo>
                  <a:cubicBezTo>
                    <a:pt x="25697" y="18104"/>
                    <a:pt x="75227" y="324"/>
                    <a:pt x="75227" y="324"/>
                  </a:cubicBezTo>
                </a:path>
              </a:pathLst>
            </a:custGeom>
            <a:solidFill>
              <a:srgbClr val="E7191F"/>
            </a:solidFill>
            <a:ln cap="sq">
              <a:noFill/>
              <a:prstDash val="solid"/>
              <a:miter/>
            </a:ln>
          </p:spPr>
          <p:txBody>
            <a:bodyPr/>
            <a:lstStyle/>
            <a:p>
              <a:endParaRPr lang="en-GB"/>
            </a:p>
          </p:txBody>
        </p:sp>
      </p:grpSp>
      <p:grpSp>
        <p:nvGrpSpPr>
          <p:cNvPr id="52" name="Group 52"/>
          <p:cNvGrpSpPr/>
          <p:nvPr/>
        </p:nvGrpSpPr>
        <p:grpSpPr>
          <a:xfrm>
            <a:off x="4574858" y="1763077"/>
            <a:ext cx="627698" cy="1286827"/>
            <a:chOff x="0" y="0"/>
            <a:chExt cx="836930" cy="1715770"/>
          </a:xfrm>
        </p:grpSpPr>
        <p:sp>
          <p:nvSpPr>
            <p:cNvPr id="53" name="Freeform 53"/>
            <p:cNvSpPr/>
            <p:nvPr/>
          </p:nvSpPr>
          <p:spPr>
            <a:xfrm>
              <a:off x="49504" y="48098"/>
              <a:ext cx="738313" cy="1616980"/>
            </a:xfrm>
            <a:custGeom>
              <a:avLst/>
              <a:gdLst/>
              <a:ahLst/>
              <a:cxnLst/>
              <a:rect l="l" t="t" r="r" b="b"/>
              <a:pathLst>
                <a:path w="738313" h="1616980">
                  <a:moveTo>
                    <a:pt x="134646" y="28102"/>
                  </a:moveTo>
                  <a:cubicBezTo>
                    <a:pt x="203226" y="120812"/>
                    <a:pt x="218466" y="155102"/>
                    <a:pt x="237516" y="199552"/>
                  </a:cubicBezTo>
                  <a:cubicBezTo>
                    <a:pt x="269266" y="269402"/>
                    <a:pt x="312446" y="373542"/>
                    <a:pt x="344196" y="466252"/>
                  </a:cubicBezTo>
                  <a:cubicBezTo>
                    <a:pt x="377216" y="561502"/>
                    <a:pt x="396266" y="659292"/>
                    <a:pt x="429286" y="762162"/>
                  </a:cubicBezTo>
                  <a:cubicBezTo>
                    <a:pt x="466116" y="875192"/>
                    <a:pt x="508026" y="1022512"/>
                    <a:pt x="556286" y="1116492"/>
                  </a:cubicBezTo>
                  <a:cubicBezTo>
                    <a:pt x="590576" y="1186342"/>
                    <a:pt x="638836" y="1223172"/>
                    <a:pt x="668046" y="1286672"/>
                  </a:cubicBezTo>
                  <a:cubicBezTo>
                    <a:pt x="699796" y="1356522"/>
                    <a:pt x="729006" y="1478442"/>
                    <a:pt x="731546" y="1524162"/>
                  </a:cubicBezTo>
                  <a:cubicBezTo>
                    <a:pt x="732816" y="1543212"/>
                    <a:pt x="732816" y="1550832"/>
                    <a:pt x="726466" y="1563532"/>
                  </a:cubicBezTo>
                  <a:cubicBezTo>
                    <a:pt x="720116" y="1578772"/>
                    <a:pt x="702336" y="1599092"/>
                    <a:pt x="688366" y="1606712"/>
                  </a:cubicBezTo>
                  <a:cubicBezTo>
                    <a:pt x="676936" y="1614332"/>
                    <a:pt x="662966" y="1616872"/>
                    <a:pt x="650266" y="1616872"/>
                  </a:cubicBezTo>
                  <a:cubicBezTo>
                    <a:pt x="637566" y="1616872"/>
                    <a:pt x="623596" y="1614332"/>
                    <a:pt x="612166" y="1606712"/>
                  </a:cubicBezTo>
                  <a:cubicBezTo>
                    <a:pt x="598196" y="1597822"/>
                    <a:pt x="580416" y="1582582"/>
                    <a:pt x="574066" y="1563532"/>
                  </a:cubicBezTo>
                  <a:cubicBezTo>
                    <a:pt x="565176" y="1538132"/>
                    <a:pt x="568986" y="1486062"/>
                    <a:pt x="579146" y="1460662"/>
                  </a:cubicBezTo>
                  <a:cubicBezTo>
                    <a:pt x="586766" y="1442882"/>
                    <a:pt x="598196" y="1428912"/>
                    <a:pt x="613436" y="1421292"/>
                  </a:cubicBezTo>
                  <a:cubicBezTo>
                    <a:pt x="632486" y="1411132"/>
                    <a:pt x="669316" y="1407322"/>
                    <a:pt x="690906" y="1417482"/>
                  </a:cubicBezTo>
                  <a:cubicBezTo>
                    <a:pt x="711226" y="1427642"/>
                    <a:pt x="732816" y="1456852"/>
                    <a:pt x="736626" y="1479712"/>
                  </a:cubicBezTo>
                  <a:cubicBezTo>
                    <a:pt x="739166" y="1501302"/>
                    <a:pt x="727736" y="1536862"/>
                    <a:pt x="711226" y="1552102"/>
                  </a:cubicBezTo>
                  <a:cubicBezTo>
                    <a:pt x="694716" y="1567342"/>
                    <a:pt x="657886" y="1574962"/>
                    <a:pt x="636296" y="1571152"/>
                  </a:cubicBezTo>
                  <a:cubicBezTo>
                    <a:pt x="618516" y="1568612"/>
                    <a:pt x="602006" y="1557182"/>
                    <a:pt x="591846" y="1544482"/>
                  </a:cubicBezTo>
                  <a:cubicBezTo>
                    <a:pt x="581686" y="1531782"/>
                    <a:pt x="572796" y="1512732"/>
                    <a:pt x="572796" y="1494952"/>
                  </a:cubicBezTo>
                  <a:cubicBezTo>
                    <a:pt x="574066" y="1473362"/>
                    <a:pt x="588036" y="1439072"/>
                    <a:pt x="605816" y="1426372"/>
                  </a:cubicBezTo>
                  <a:cubicBezTo>
                    <a:pt x="624866" y="1412402"/>
                    <a:pt x="660426" y="1407322"/>
                    <a:pt x="682016" y="1413672"/>
                  </a:cubicBezTo>
                  <a:cubicBezTo>
                    <a:pt x="703606" y="1421292"/>
                    <a:pt x="726466" y="1449232"/>
                    <a:pt x="734086" y="1470822"/>
                  </a:cubicBezTo>
                  <a:cubicBezTo>
                    <a:pt x="741706" y="1492412"/>
                    <a:pt x="737896" y="1522892"/>
                    <a:pt x="731546" y="1544482"/>
                  </a:cubicBezTo>
                  <a:cubicBezTo>
                    <a:pt x="726466" y="1563532"/>
                    <a:pt x="718846" y="1583852"/>
                    <a:pt x="704876" y="1595282"/>
                  </a:cubicBezTo>
                  <a:cubicBezTo>
                    <a:pt x="690906" y="1607982"/>
                    <a:pt x="669316" y="1618142"/>
                    <a:pt x="650266" y="1616872"/>
                  </a:cubicBezTo>
                  <a:cubicBezTo>
                    <a:pt x="628676" y="1615602"/>
                    <a:pt x="600736" y="1604172"/>
                    <a:pt x="582956" y="1581312"/>
                  </a:cubicBezTo>
                  <a:cubicBezTo>
                    <a:pt x="551206" y="1540672"/>
                    <a:pt x="555016" y="1437802"/>
                    <a:pt x="525806" y="1361602"/>
                  </a:cubicBezTo>
                  <a:cubicBezTo>
                    <a:pt x="491516" y="1270162"/>
                    <a:pt x="426746" y="1192692"/>
                    <a:pt x="379756" y="1077122"/>
                  </a:cubicBezTo>
                  <a:cubicBezTo>
                    <a:pt x="309906" y="909482"/>
                    <a:pt x="236246" y="608492"/>
                    <a:pt x="176556" y="444662"/>
                  </a:cubicBezTo>
                  <a:cubicBezTo>
                    <a:pt x="135916" y="337982"/>
                    <a:pt x="100356" y="247812"/>
                    <a:pt x="66066" y="183042"/>
                  </a:cubicBezTo>
                  <a:cubicBezTo>
                    <a:pt x="43206" y="142402"/>
                    <a:pt x="7646" y="117002"/>
                    <a:pt x="1296" y="89062"/>
                  </a:cubicBezTo>
                  <a:cubicBezTo>
                    <a:pt x="-2514" y="70012"/>
                    <a:pt x="2566" y="50962"/>
                    <a:pt x="10186" y="36992"/>
                  </a:cubicBezTo>
                  <a:cubicBezTo>
                    <a:pt x="19076" y="21752"/>
                    <a:pt x="36856" y="7782"/>
                    <a:pt x="52096" y="2702"/>
                  </a:cubicBezTo>
                  <a:cubicBezTo>
                    <a:pt x="68606" y="-2378"/>
                    <a:pt x="91466" y="162"/>
                    <a:pt x="105436" y="6512"/>
                  </a:cubicBezTo>
                  <a:cubicBezTo>
                    <a:pt x="118136" y="10322"/>
                    <a:pt x="134646" y="28102"/>
                    <a:pt x="134646" y="28102"/>
                  </a:cubicBezTo>
                </a:path>
              </a:pathLst>
            </a:custGeom>
            <a:solidFill>
              <a:srgbClr val="E7191F"/>
            </a:solidFill>
            <a:ln cap="sq">
              <a:noFill/>
              <a:prstDash val="solid"/>
              <a:miter/>
            </a:ln>
          </p:spPr>
          <p:txBody>
            <a:bodyPr/>
            <a:lstStyle/>
            <a:p>
              <a:endParaRPr lang="en-GB"/>
            </a:p>
          </p:txBody>
        </p:sp>
      </p:grpSp>
      <p:grpSp>
        <p:nvGrpSpPr>
          <p:cNvPr id="54" name="Group 54"/>
          <p:cNvGrpSpPr/>
          <p:nvPr/>
        </p:nvGrpSpPr>
        <p:grpSpPr>
          <a:xfrm>
            <a:off x="5233035" y="3081338"/>
            <a:ext cx="188595" cy="184785"/>
            <a:chOff x="0" y="0"/>
            <a:chExt cx="251460" cy="246380"/>
          </a:xfrm>
        </p:grpSpPr>
        <p:sp>
          <p:nvSpPr>
            <p:cNvPr id="55" name="Freeform 55"/>
            <p:cNvSpPr/>
            <p:nvPr/>
          </p:nvSpPr>
          <p:spPr>
            <a:xfrm>
              <a:off x="50800" y="50746"/>
              <a:ext cx="149860" cy="147477"/>
            </a:xfrm>
            <a:custGeom>
              <a:avLst/>
              <a:gdLst/>
              <a:ahLst/>
              <a:cxnLst/>
              <a:rect l="l" t="t" r="r" b="b"/>
              <a:pathLst>
                <a:path w="149860" h="147477">
                  <a:moveTo>
                    <a:pt x="149860" y="52124"/>
                  </a:moveTo>
                  <a:cubicBezTo>
                    <a:pt x="129540" y="133404"/>
                    <a:pt x="120650" y="139754"/>
                    <a:pt x="107950" y="144834"/>
                  </a:cubicBezTo>
                  <a:cubicBezTo>
                    <a:pt x="90170" y="149914"/>
                    <a:pt x="54610" y="147374"/>
                    <a:pt x="36830" y="139754"/>
                  </a:cubicBezTo>
                  <a:cubicBezTo>
                    <a:pt x="25400" y="134674"/>
                    <a:pt x="17780" y="124514"/>
                    <a:pt x="11430" y="114354"/>
                  </a:cubicBezTo>
                  <a:cubicBezTo>
                    <a:pt x="5080" y="104194"/>
                    <a:pt x="0" y="92764"/>
                    <a:pt x="0" y="78794"/>
                  </a:cubicBezTo>
                  <a:cubicBezTo>
                    <a:pt x="1270" y="61014"/>
                    <a:pt x="16510" y="27994"/>
                    <a:pt x="29210" y="15294"/>
                  </a:cubicBezTo>
                  <a:cubicBezTo>
                    <a:pt x="39370" y="5134"/>
                    <a:pt x="49530" y="54"/>
                    <a:pt x="63500" y="54"/>
                  </a:cubicBezTo>
                  <a:cubicBezTo>
                    <a:pt x="81280" y="-1216"/>
                    <a:pt x="130810" y="20374"/>
                    <a:pt x="130810" y="20374"/>
                  </a:cubicBezTo>
                </a:path>
              </a:pathLst>
            </a:custGeom>
            <a:solidFill>
              <a:srgbClr val="E7191F"/>
            </a:solidFill>
            <a:ln cap="sq">
              <a:noFill/>
              <a:prstDash val="solid"/>
              <a:miter/>
            </a:ln>
          </p:spPr>
          <p:txBody>
            <a:bodyPr/>
            <a:lstStyle/>
            <a:p>
              <a:endParaRPr lang="en-GB"/>
            </a:p>
          </p:txBody>
        </p:sp>
      </p:grpSp>
      <p:grpSp>
        <p:nvGrpSpPr>
          <p:cNvPr id="56" name="Group 56"/>
          <p:cNvGrpSpPr/>
          <p:nvPr/>
        </p:nvGrpSpPr>
        <p:grpSpPr>
          <a:xfrm>
            <a:off x="1263015" y="9565957"/>
            <a:ext cx="15059977" cy="513397"/>
            <a:chOff x="0" y="0"/>
            <a:chExt cx="20079970" cy="684530"/>
          </a:xfrm>
        </p:grpSpPr>
        <p:sp>
          <p:nvSpPr>
            <p:cNvPr id="57" name="Freeform 57"/>
            <p:cNvSpPr/>
            <p:nvPr/>
          </p:nvSpPr>
          <p:spPr>
            <a:xfrm>
              <a:off x="50800" y="49305"/>
              <a:ext cx="19980235" cy="588066"/>
            </a:xfrm>
            <a:custGeom>
              <a:avLst/>
              <a:gdLst/>
              <a:ahLst/>
              <a:cxnLst/>
              <a:rect l="l" t="t" r="r" b="b"/>
              <a:pathLst>
                <a:path w="19980235" h="588066">
                  <a:moveTo>
                    <a:pt x="58420" y="355825"/>
                  </a:moveTo>
                  <a:cubicBezTo>
                    <a:pt x="640080" y="313915"/>
                    <a:pt x="768350" y="324075"/>
                    <a:pt x="927100" y="317725"/>
                  </a:cubicBezTo>
                  <a:cubicBezTo>
                    <a:pt x="1123950" y="310105"/>
                    <a:pt x="1366520" y="279625"/>
                    <a:pt x="1587500" y="269465"/>
                  </a:cubicBezTo>
                  <a:cubicBezTo>
                    <a:pt x="1809750" y="258035"/>
                    <a:pt x="2089150" y="261845"/>
                    <a:pt x="2258060" y="250415"/>
                  </a:cubicBezTo>
                  <a:cubicBezTo>
                    <a:pt x="2360930" y="244065"/>
                    <a:pt x="2423160" y="223745"/>
                    <a:pt x="2504440" y="225015"/>
                  </a:cubicBezTo>
                  <a:cubicBezTo>
                    <a:pt x="2585720" y="225015"/>
                    <a:pt x="2646680" y="245335"/>
                    <a:pt x="2748280" y="254225"/>
                  </a:cubicBezTo>
                  <a:cubicBezTo>
                    <a:pt x="2915920" y="268195"/>
                    <a:pt x="3155950" y="278355"/>
                    <a:pt x="3417570" y="284705"/>
                  </a:cubicBezTo>
                  <a:cubicBezTo>
                    <a:pt x="3787140" y="294865"/>
                    <a:pt x="4452620" y="274545"/>
                    <a:pt x="4757420" y="291055"/>
                  </a:cubicBezTo>
                  <a:cubicBezTo>
                    <a:pt x="4917440" y="299945"/>
                    <a:pt x="4961890" y="320265"/>
                    <a:pt x="5120640" y="329155"/>
                  </a:cubicBezTo>
                  <a:cubicBezTo>
                    <a:pt x="5426710" y="346935"/>
                    <a:pt x="6083300" y="343125"/>
                    <a:pt x="6464300" y="339315"/>
                  </a:cubicBezTo>
                  <a:cubicBezTo>
                    <a:pt x="6746240" y="335505"/>
                    <a:pt x="7015480" y="313915"/>
                    <a:pt x="7202170" y="316455"/>
                  </a:cubicBezTo>
                  <a:cubicBezTo>
                    <a:pt x="7316470" y="317725"/>
                    <a:pt x="7385050" y="329155"/>
                    <a:pt x="7479030" y="330425"/>
                  </a:cubicBezTo>
                  <a:cubicBezTo>
                    <a:pt x="7576820" y="331695"/>
                    <a:pt x="7682230" y="322805"/>
                    <a:pt x="7776210" y="326615"/>
                  </a:cubicBezTo>
                  <a:cubicBezTo>
                    <a:pt x="7863840" y="329155"/>
                    <a:pt x="7941310" y="335505"/>
                    <a:pt x="8026400" y="344395"/>
                  </a:cubicBezTo>
                  <a:cubicBezTo>
                    <a:pt x="8115300" y="354555"/>
                    <a:pt x="8195310" y="377415"/>
                    <a:pt x="8299450" y="386305"/>
                  </a:cubicBezTo>
                  <a:cubicBezTo>
                    <a:pt x="8436610" y="399005"/>
                    <a:pt x="8615680" y="390115"/>
                    <a:pt x="8780780" y="399005"/>
                  </a:cubicBezTo>
                  <a:cubicBezTo>
                    <a:pt x="8954770" y="407895"/>
                    <a:pt x="9109710" y="430755"/>
                    <a:pt x="9319260" y="437105"/>
                  </a:cubicBezTo>
                  <a:cubicBezTo>
                    <a:pt x="9613900" y="447265"/>
                    <a:pt x="10162540" y="443455"/>
                    <a:pt x="10382250" y="435835"/>
                  </a:cubicBezTo>
                  <a:cubicBezTo>
                    <a:pt x="10481310" y="432025"/>
                    <a:pt x="10505440" y="423135"/>
                    <a:pt x="10596880" y="420595"/>
                  </a:cubicBezTo>
                  <a:cubicBezTo>
                    <a:pt x="10758170" y="415515"/>
                    <a:pt x="11037570" y="432025"/>
                    <a:pt x="11259820" y="424405"/>
                  </a:cubicBezTo>
                  <a:cubicBezTo>
                    <a:pt x="11483340" y="415515"/>
                    <a:pt x="11719560" y="379955"/>
                    <a:pt x="11932920" y="368525"/>
                  </a:cubicBezTo>
                  <a:cubicBezTo>
                    <a:pt x="12124690" y="357095"/>
                    <a:pt x="12336780" y="362175"/>
                    <a:pt x="12480290" y="349475"/>
                  </a:cubicBezTo>
                  <a:cubicBezTo>
                    <a:pt x="12573000" y="341855"/>
                    <a:pt x="12625070" y="325345"/>
                    <a:pt x="12711430" y="316455"/>
                  </a:cubicBezTo>
                  <a:cubicBezTo>
                    <a:pt x="12816840" y="305025"/>
                    <a:pt x="12903200" y="296135"/>
                    <a:pt x="13068300" y="289785"/>
                  </a:cubicBezTo>
                  <a:cubicBezTo>
                    <a:pt x="13444220" y="273275"/>
                    <a:pt x="14479270" y="289785"/>
                    <a:pt x="14908530" y="269465"/>
                  </a:cubicBezTo>
                  <a:cubicBezTo>
                    <a:pt x="15138400" y="259305"/>
                    <a:pt x="15270480" y="233905"/>
                    <a:pt x="15438120" y="226285"/>
                  </a:cubicBezTo>
                  <a:cubicBezTo>
                    <a:pt x="15589250" y="218665"/>
                    <a:pt x="15678150" y="230095"/>
                    <a:pt x="15867380" y="221205"/>
                  </a:cubicBezTo>
                  <a:cubicBezTo>
                    <a:pt x="16238220" y="203425"/>
                    <a:pt x="17136111" y="103095"/>
                    <a:pt x="17515839" y="76425"/>
                  </a:cubicBezTo>
                  <a:cubicBezTo>
                    <a:pt x="17716500" y="62455"/>
                    <a:pt x="17778730" y="57375"/>
                    <a:pt x="17976850" y="52295"/>
                  </a:cubicBezTo>
                  <a:cubicBezTo>
                    <a:pt x="18332450" y="43405"/>
                    <a:pt x="19282411" y="57375"/>
                    <a:pt x="19479261" y="54835"/>
                  </a:cubicBezTo>
                  <a:cubicBezTo>
                    <a:pt x="19526250" y="54835"/>
                    <a:pt x="19533870" y="57375"/>
                    <a:pt x="19568161" y="52295"/>
                  </a:cubicBezTo>
                  <a:cubicBezTo>
                    <a:pt x="19620230" y="45945"/>
                    <a:pt x="19696430" y="16735"/>
                    <a:pt x="19754850" y="9115"/>
                  </a:cubicBezTo>
                  <a:cubicBezTo>
                    <a:pt x="19806920" y="1495"/>
                    <a:pt x="19866611" y="-2315"/>
                    <a:pt x="19900900" y="1495"/>
                  </a:cubicBezTo>
                  <a:cubicBezTo>
                    <a:pt x="19921220" y="4035"/>
                    <a:pt x="19936461" y="7845"/>
                    <a:pt x="19949161" y="18005"/>
                  </a:cubicBezTo>
                  <a:cubicBezTo>
                    <a:pt x="19961861" y="26895"/>
                    <a:pt x="19973289" y="42135"/>
                    <a:pt x="19977100" y="58645"/>
                  </a:cubicBezTo>
                  <a:cubicBezTo>
                    <a:pt x="19980911" y="78965"/>
                    <a:pt x="19973289" y="114525"/>
                    <a:pt x="19961861" y="131035"/>
                  </a:cubicBezTo>
                  <a:cubicBezTo>
                    <a:pt x="19951700" y="145005"/>
                    <a:pt x="19933920" y="153895"/>
                    <a:pt x="19918680" y="156435"/>
                  </a:cubicBezTo>
                  <a:cubicBezTo>
                    <a:pt x="19903439" y="160245"/>
                    <a:pt x="19884389" y="160245"/>
                    <a:pt x="19869150" y="151355"/>
                  </a:cubicBezTo>
                  <a:cubicBezTo>
                    <a:pt x="19851370" y="142465"/>
                    <a:pt x="19828511" y="114525"/>
                    <a:pt x="19824700" y="94205"/>
                  </a:cubicBezTo>
                  <a:cubicBezTo>
                    <a:pt x="19820889" y="72615"/>
                    <a:pt x="19833589" y="39595"/>
                    <a:pt x="19847561" y="24355"/>
                  </a:cubicBezTo>
                  <a:cubicBezTo>
                    <a:pt x="19858989" y="11655"/>
                    <a:pt x="19876770" y="4035"/>
                    <a:pt x="19893280" y="2765"/>
                  </a:cubicBezTo>
                  <a:cubicBezTo>
                    <a:pt x="19908520" y="225"/>
                    <a:pt x="19927570" y="5305"/>
                    <a:pt x="19941539" y="12925"/>
                  </a:cubicBezTo>
                  <a:cubicBezTo>
                    <a:pt x="19955511" y="20545"/>
                    <a:pt x="19968211" y="35785"/>
                    <a:pt x="19974561" y="51025"/>
                  </a:cubicBezTo>
                  <a:cubicBezTo>
                    <a:pt x="19980911" y="64995"/>
                    <a:pt x="19982180" y="85315"/>
                    <a:pt x="19977100" y="100555"/>
                  </a:cubicBezTo>
                  <a:cubicBezTo>
                    <a:pt x="19973289" y="115795"/>
                    <a:pt x="19961861" y="132305"/>
                    <a:pt x="19949161" y="142465"/>
                  </a:cubicBezTo>
                  <a:cubicBezTo>
                    <a:pt x="19936461" y="152625"/>
                    <a:pt x="19923761" y="155165"/>
                    <a:pt x="19902170" y="158975"/>
                  </a:cubicBezTo>
                  <a:cubicBezTo>
                    <a:pt x="19856450" y="166595"/>
                    <a:pt x="19747230" y="153895"/>
                    <a:pt x="19686270" y="162785"/>
                  </a:cubicBezTo>
                  <a:cubicBezTo>
                    <a:pt x="19640550" y="169135"/>
                    <a:pt x="19631661" y="185645"/>
                    <a:pt x="19568161" y="194535"/>
                  </a:cubicBezTo>
                  <a:cubicBezTo>
                    <a:pt x="19337020" y="225015"/>
                    <a:pt x="18387061" y="181835"/>
                    <a:pt x="17907000" y="198345"/>
                  </a:cubicBezTo>
                  <a:cubicBezTo>
                    <a:pt x="17539970" y="212315"/>
                    <a:pt x="17268189" y="238985"/>
                    <a:pt x="16936720" y="266925"/>
                  </a:cubicBezTo>
                  <a:cubicBezTo>
                    <a:pt x="16588739" y="296135"/>
                    <a:pt x="16155670" y="353285"/>
                    <a:pt x="15867380" y="368525"/>
                  </a:cubicBezTo>
                  <a:cubicBezTo>
                    <a:pt x="15673070" y="379955"/>
                    <a:pt x="15539720" y="369795"/>
                    <a:pt x="15378430" y="376145"/>
                  </a:cubicBezTo>
                  <a:cubicBezTo>
                    <a:pt x="15219680" y="382495"/>
                    <a:pt x="15088870" y="400275"/>
                    <a:pt x="14908530" y="406625"/>
                  </a:cubicBezTo>
                  <a:cubicBezTo>
                    <a:pt x="14660880" y="414245"/>
                    <a:pt x="14262100" y="397735"/>
                    <a:pt x="14027150" y="405355"/>
                  </a:cubicBezTo>
                  <a:cubicBezTo>
                    <a:pt x="13870939" y="409165"/>
                    <a:pt x="13779500" y="423135"/>
                    <a:pt x="13637261" y="428215"/>
                  </a:cubicBezTo>
                  <a:cubicBezTo>
                    <a:pt x="13468350" y="434565"/>
                    <a:pt x="13267689" y="426945"/>
                    <a:pt x="13078461" y="438375"/>
                  </a:cubicBezTo>
                  <a:cubicBezTo>
                    <a:pt x="12881610" y="449805"/>
                    <a:pt x="12663170" y="489175"/>
                    <a:pt x="12480290" y="498065"/>
                  </a:cubicBezTo>
                  <a:cubicBezTo>
                    <a:pt x="12326620" y="504415"/>
                    <a:pt x="12217400" y="489175"/>
                    <a:pt x="12053570" y="494255"/>
                  </a:cubicBezTo>
                  <a:cubicBezTo>
                    <a:pt x="11830050" y="501875"/>
                    <a:pt x="11512550" y="541245"/>
                    <a:pt x="11259820" y="552675"/>
                  </a:cubicBezTo>
                  <a:cubicBezTo>
                    <a:pt x="11031220" y="562835"/>
                    <a:pt x="10764520" y="555215"/>
                    <a:pt x="10603230" y="562835"/>
                  </a:cubicBezTo>
                  <a:cubicBezTo>
                    <a:pt x="10509250" y="567915"/>
                    <a:pt x="10482580" y="579345"/>
                    <a:pt x="10382250" y="583155"/>
                  </a:cubicBezTo>
                  <a:cubicBezTo>
                    <a:pt x="10171430" y="592045"/>
                    <a:pt x="9691370" y="588235"/>
                    <a:pt x="9401810" y="576805"/>
                  </a:cubicBezTo>
                  <a:cubicBezTo>
                    <a:pt x="9170670" y="567915"/>
                    <a:pt x="8975090" y="539975"/>
                    <a:pt x="8779510" y="533625"/>
                  </a:cubicBezTo>
                  <a:cubicBezTo>
                    <a:pt x="8605520" y="528545"/>
                    <a:pt x="8446770" y="545055"/>
                    <a:pt x="8285480" y="536165"/>
                  </a:cubicBezTo>
                  <a:cubicBezTo>
                    <a:pt x="8129270" y="526005"/>
                    <a:pt x="7961630" y="489175"/>
                    <a:pt x="7824470" y="479015"/>
                  </a:cubicBezTo>
                  <a:cubicBezTo>
                    <a:pt x="7712710" y="471395"/>
                    <a:pt x="7625080" y="477745"/>
                    <a:pt x="7522210" y="472665"/>
                  </a:cubicBezTo>
                  <a:cubicBezTo>
                    <a:pt x="7416800" y="467585"/>
                    <a:pt x="7319010" y="451075"/>
                    <a:pt x="7202170" y="445995"/>
                  </a:cubicBezTo>
                  <a:cubicBezTo>
                    <a:pt x="7062470" y="439645"/>
                    <a:pt x="6874510" y="442185"/>
                    <a:pt x="6739890" y="447265"/>
                  </a:cubicBezTo>
                  <a:cubicBezTo>
                    <a:pt x="6635750" y="451075"/>
                    <a:pt x="6590030" y="461235"/>
                    <a:pt x="6464300" y="465045"/>
                  </a:cubicBezTo>
                  <a:cubicBezTo>
                    <a:pt x="6196330" y="475205"/>
                    <a:pt x="5467350" y="479015"/>
                    <a:pt x="5200650" y="472665"/>
                  </a:cubicBezTo>
                  <a:cubicBezTo>
                    <a:pt x="5074920" y="468855"/>
                    <a:pt x="5006340" y="466315"/>
                    <a:pt x="4926330" y="457425"/>
                  </a:cubicBezTo>
                  <a:cubicBezTo>
                    <a:pt x="4862830" y="449805"/>
                    <a:pt x="4841240" y="434565"/>
                    <a:pt x="4757420" y="428215"/>
                  </a:cubicBezTo>
                  <a:cubicBezTo>
                    <a:pt x="4523740" y="406625"/>
                    <a:pt x="3770630" y="432025"/>
                    <a:pt x="3411220" y="425675"/>
                  </a:cubicBezTo>
                  <a:cubicBezTo>
                    <a:pt x="3171190" y="421865"/>
                    <a:pt x="2976880" y="418055"/>
                    <a:pt x="2811780" y="405355"/>
                  </a:cubicBezTo>
                  <a:cubicBezTo>
                    <a:pt x="2692400" y="395195"/>
                    <a:pt x="2603500" y="369795"/>
                    <a:pt x="2506980" y="367255"/>
                  </a:cubicBezTo>
                  <a:cubicBezTo>
                    <a:pt x="2419350" y="364715"/>
                    <a:pt x="2360930" y="378685"/>
                    <a:pt x="2259330" y="382495"/>
                  </a:cubicBezTo>
                  <a:cubicBezTo>
                    <a:pt x="2091690" y="388845"/>
                    <a:pt x="1818640" y="376145"/>
                    <a:pt x="1597660" y="386305"/>
                  </a:cubicBezTo>
                  <a:cubicBezTo>
                    <a:pt x="1375410" y="397735"/>
                    <a:pt x="1165860" y="429485"/>
                    <a:pt x="928370" y="445995"/>
                  </a:cubicBezTo>
                  <a:cubicBezTo>
                    <a:pt x="657860" y="465045"/>
                    <a:pt x="166370" y="513305"/>
                    <a:pt x="60960" y="491715"/>
                  </a:cubicBezTo>
                  <a:cubicBezTo>
                    <a:pt x="36830" y="486635"/>
                    <a:pt x="27940" y="481555"/>
                    <a:pt x="17780" y="470125"/>
                  </a:cubicBezTo>
                  <a:cubicBezTo>
                    <a:pt x="7620" y="458695"/>
                    <a:pt x="0" y="439645"/>
                    <a:pt x="0" y="425675"/>
                  </a:cubicBezTo>
                  <a:cubicBezTo>
                    <a:pt x="0" y="410435"/>
                    <a:pt x="6350" y="391385"/>
                    <a:pt x="16510" y="379955"/>
                  </a:cubicBezTo>
                  <a:cubicBezTo>
                    <a:pt x="26670" y="368525"/>
                    <a:pt x="58420" y="355825"/>
                    <a:pt x="58420" y="355825"/>
                  </a:cubicBezTo>
                </a:path>
              </a:pathLst>
            </a:custGeom>
            <a:solidFill>
              <a:srgbClr val="E7191F"/>
            </a:solidFill>
            <a:ln cap="sq">
              <a:noFill/>
              <a:prstDash val="solid"/>
              <a:miter/>
            </a:ln>
          </p:spPr>
          <p:txBody>
            <a:bodyPr/>
            <a:lstStyle/>
            <a:p>
              <a:endParaRPr lang="en-GB"/>
            </a:p>
          </p:txBody>
        </p:sp>
      </p:grpSp>
      <p:grpSp>
        <p:nvGrpSpPr>
          <p:cNvPr id="58" name="Group 58"/>
          <p:cNvGrpSpPr/>
          <p:nvPr/>
        </p:nvGrpSpPr>
        <p:grpSpPr>
          <a:xfrm>
            <a:off x="16020098" y="9342120"/>
            <a:ext cx="1483995" cy="936307"/>
            <a:chOff x="0" y="0"/>
            <a:chExt cx="1978660" cy="1248410"/>
          </a:xfrm>
        </p:grpSpPr>
        <p:sp>
          <p:nvSpPr>
            <p:cNvPr id="59" name="Freeform 59"/>
            <p:cNvSpPr/>
            <p:nvPr/>
          </p:nvSpPr>
          <p:spPr>
            <a:xfrm>
              <a:off x="50607" y="52070"/>
              <a:ext cx="1882719" cy="1145647"/>
            </a:xfrm>
            <a:custGeom>
              <a:avLst/>
              <a:gdLst/>
              <a:ahLst/>
              <a:cxnLst/>
              <a:rect l="l" t="t" r="r" b="b"/>
              <a:pathLst>
                <a:path w="1882719" h="1145647">
                  <a:moveTo>
                    <a:pt x="75123" y="0"/>
                  </a:moveTo>
                  <a:cubicBezTo>
                    <a:pt x="340553" y="2540"/>
                    <a:pt x="475173" y="16510"/>
                    <a:pt x="546293" y="31750"/>
                  </a:cubicBezTo>
                  <a:cubicBezTo>
                    <a:pt x="590743" y="41910"/>
                    <a:pt x="602173" y="53340"/>
                    <a:pt x="650433" y="66040"/>
                  </a:cubicBezTo>
                  <a:cubicBezTo>
                    <a:pt x="766003" y="96520"/>
                    <a:pt x="1041593" y="152400"/>
                    <a:pt x="1235903" y="184150"/>
                  </a:cubicBezTo>
                  <a:cubicBezTo>
                    <a:pt x="1427673" y="214630"/>
                    <a:pt x="1715963" y="199390"/>
                    <a:pt x="1809943" y="252730"/>
                  </a:cubicBezTo>
                  <a:cubicBezTo>
                    <a:pt x="1850583" y="275590"/>
                    <a:pt x="1867093" y="306070"/>
                    <a:pt x="1877253" y="337820"/>
                  </a:cubicBezTo>
                  <a:cubicBezTo>
                    <a:pt x="1886143" y="368300"/>
                    <a:pt x="1884873" y="403860"/>
                    <a:pt x="1868363" y="441960"/>
                  </a:cubicBezTo>
                  <a:cubicBezTo>
                    <a:pt x="1840423" y="505460"/>
                    <a:pt x="1732473" y="603250"/>
                    <a:pt x="1672783" y="665480"/>
                  </a:cubicBezTo>
                  <a:cubicBezTo>
                    <a:pt x="1627063" y="712470"/>
                    <a:pt x="1595313" y="744220"/>
                    <a:pt x="1543243" y="783590"/>
                  </a:cubicBezTo>
                  <a:cubicBezTo>
                    <a:pt x="1477203" y="831850"/>
                    <a:pt x="1385763" y="885190"/>
                    <a:pt x="1307023" y="924560"/>
                  </a:cubicBezTo>
                  <a:cubicBezTo>
                    <a:pt x="1235903" y="960120"/>
                    <a:pt x="1178753" y="985520"/>
                    <a:pt x="1093663" y="1009650"/>
                  </a:cubicBezTo>
                  <a:cubicBezTo>
                    <a:pt x="971743" y="1042670"/>
                    <a:pt x="735523" y="1049020"/>
                    <a:pt x="641543" y="1078230"/>
                  </a:cubicBezTo>
                  <a:cubicBezTo>
                    <a:pt x="597093" y="1090930"/>
                    <a:pt x="583123" y="1112520"/>
                    <a:pt x="547563" y="1122680"/>
                  </a:cubicBezTo>
                  <a:cubicBezTo>
                    <a:pt x="504383" y="1136650"/>
                    <a:pt x="437073" y="1146810"/>
                    <a:pt x="401513" y="1145540"/>
                  </a:cubicBezTo>
                  <a:cubicBezTo>
                    <a:pt x="379923" y="1144270"/>
                    <a:pt x="364683" y="1140460"/>
                    <a:pt x="350713" y="1130300"/>
                  </a:cubicBezTo>
                  <a:cubicBezTo>
                    <a:pt x="336743" y="1121410"/>
                    <a:pt x="324043" y="1104900"/>
                    <a:pt x="318963" y="1088390"/>
                  </a:cubicBezTo>
                  <a:cubicBezTo>
                    <a:pt x="313883" y="1073150"/>
                    <a:pt x="313883" y="1051560"/>
                    <a:pt x="318963" y="1036320"/>
                  </a:cubicBezTo>
                  <a:cubicBezTo>
                    <a:pt x="325313" y="1021080"/>
                    <a:pt x="335473" y="1003300"/>
                    <a:pt x="351983" y="994410"/>
                  </a:cubicBezTo>
                  <a:cubicBezTo>
                    <a:pt x="369763" y="984250"/>
                    <a:pt x="406593" y="977900"/>
                    <a:pt x="428183" y="986790"/>
                  </a:cubicBezTo>
                  <a:cubicBezTo>
                    <a:pt x="449773" y="994410"/>
                    <a:pt x="471363" y="1024890"/>
                    <a:pt x="477713" y="1045210"/>
                  </a:cubicBezTo>
                  <a:cubicBezTo>
                    <a:pt x="482793" y="1062990"/>
                    <a:pt x="481523" y="1082040"/>
                    <a:pt x="472633" y="1097280"/>
                  </a:cubicBezTo>
                  <a:cubicBezTo>
                    <a:pt x="461203" y="1116330"/>
                    <a:pt x="433263" y="1140460"/>
                    <a:pt x="410403" y="1144270"/>
                  </a:cubicBezTo>
                  <a:cubicBezTo>
                    <a:pt x="387543" y="1148080"/>
                    <a:pt x="353253" y="1134110"/>
                    <a:pt x="338013" y="1118870"/>
                  </a:cubicBezTo>
                  <a:cubicBezTo>
                    <a:pt x="324043" y="1107440"/>
                    <a:pt x="317693" y="1088390"/>
                    <a:pt x="315153" y="1071880"/>
                  </a:cubicBezTo>
                  <a:cubicBezTo>
                    <a:pt x="313883" y="1055370"/>
                    <a:pt x="318963" y="1033780"/>
                    <a:pt x="326583" y="1019810"/>
                  </a:cubicBezTo>
                  <a:cubicBezTo>
                    <a:pt x="335473" y="1005840"/>
                    <a:pt x="349443" y="994410"/>
                    <a:pt x="367223" y="986790"/>
                  </a:cubicBezTo>
                  <a:cubicBezTo>
                    <a:pt x="393893" y="975360"/>
                    <a:pt x="442153" y="984250"/>
                    <a:pt x="477713" y="975360"/>
                  </a:cubicBezTo>
                  <a:cubicBezTo>
                    <a:pt x="513273" y="967740"/>
                    <a:pt x="533593" y="949960"/>
                    <a:pt x="576773" y="937260"/>
                  </a:cubicBezTo>
                  <a:cubicBezTo>
                    <a:pt x="652973" y="915670"/>
                    <a:pt x="825693" y="886460"/>
                    <a:pt x="900623" y="877570"/>
                  </a:cubicBezTo>
                  <a:cubicBezTo>
                    <a:pt x="941263" y="872490"/>
                    <a:pt x="955233" y="880110"/>
                    <a:pt x="992063" y="873760"/>
                  </a:cubicBezTo>
                  <a:cubicBezTo>
                    <a:pt x="1054293" y="862330"/>
                    <a:pt x="1154623" y="831850"/>
                    <a:pt x="1235903" y="793750"/>
                  </a:cubicBezTo>
                  <a:cubicBezTo>
                    <a:pt x="1326073" y="750570"/>
                    <a:pt x="1420053" y="689610"/>
                    <a:pt x="1505143" y="621030"/>
                  </a:cubicBezTo>
                  <a:cubicBezTo>
                    <a:pt x="1595313" y="548640"/>
                    <a:pt x="1778193" y="420370"/>
                    <a:pt x="1759143" y="367030"/>
                  </a:cubicBezTo>
                  <a:cubicBezTo>
                    <a:pt x="1735013" y="300990"/>
                    <a:pt x="1412433" y="344170"/>
                    <a:pt x="1210503" y="316230"/>
                  </a:cubicBezTo>
                  <a:cubicBezTo>
                    <a:pt x="960313" y="281940"/>
                    <a:pt x="585663" y="187960"/>
                    <a:pt x="373573" y="163830"/>
                  </a:cubicBezTo>
                  <a:cubicBezTo>
                    <a:pt x="242763" y="149860"/>
                    <a:pt x="113223" y="167640"/>
                    <a:pt x="57343" y="148590"/>
                  </a:cubicBezTo>
                  <a:cubicBezTo>
                    <a:pt x="34483" y="140970"/>
                    <a:pt x="23053" y="132080"/>
                    <a:pt x="12893" y="118110"/>
                  </a:cubicBezTo>
                  <a:cubicBezTo>
                    <a:pt x="4003" y="104140"/>
                    <a:pt x="-1077" y="82550"/>
                    <a:pt x="193" y="66040"/>
                  </a:cubicBezTo>
                  <a:cubicBezTo>
                    <a:pt x="2733" y="49530"/>
                    <a:pt x="12893" y="30480"/>
                    <a:pt x="25593" y="19050"/>
                  </a:cubicBezTo>
                  <a:cubicBezTo>
                    <a:pt x="38293" y="7620"/>
                    <a:pt x="75123" y="0"/>
                    <a:pt x="75123" y="0"/>
                  </a:cubicBezTo>
                </a:path>
              </a:pathLst>
            </a:custGeom>
            <a:solidFill>
              <a:srgbClr val="E7191F"/>
            </a:solidFill>
            <a:ln cap="sq">
              <a:noFill/>
              <a:prstDash val="solid"/>
              <a:miter/>
            </a:ln>
          </p:spPr>
          <p:txBody>
            <a:bodyPr/>
            <a:lstStyle/>
            <a:p>
              <a:endParaRPr lang="en-GB"/>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914D"/>
        </a:solidFill>
        <a:effectLst/>
      </p:bgPr>
    </p:bg>
    <p:spTree>
      <p:nvGrpSpPr>
        <p:cNvPr id="1" name=""/>
        <p:cNvGrpSpPr/>
        <p:nvPr/>
      </p:nvGrpSpPr>
      <p:grpSpPr>
        <a:xfrm>
          <a:off x="0" y="0"/>
          <a:ext cx="0" cy="0"/>
          <a:chOff x="0" y="0"/>
          <a:chExt cx="0" cy="0"/>
        </a:xfrm>
      </p:grpSpPr>
      <p:sp>
        <p:nvSpPr>
          <p:cNvPr id="2" name="Freeform 2"/>
          <p:cNvSpPr/>
          <p:nvPr/>
        </p:nvSpPr>
        <p:spPr>
          <a:xfrm>
            <a:off x="1916413" y="5397577"/>
            <a:ext cx="642405" cy="3042952"/>
          </a:xfrm>
          <a:custGeom>
            <a:avLst/>
            <a:gdLst/>
            <a:ahLst/>
            <a:cxnLst/>
            <a:rect l="l" t="t" r="r" b="b"/>
            <a:pathLst>
              <a:path w="642405" h="3042952">
                <a:moveTo>
                  <a:pt x="0" y="0"/>
                </a:moveTo>
                <a:lnTo>
                  <a:pt x="642405" y="0"/>
                </a:lnTo>
                <a:lnTo>
                  <a:pt x="642405" y="3042952"/>
                </a:lnTo>
                <a:lnTo>
                  <a:pt x="0" y="3042952"/>
                </a:lnTo>
                <a:lnTo>
                  <a:pt x="0" y="0"/>
                </a:lnTo>
                <a:close/>
              </a:path>
            </a:pathLst>
          </a:custGeom>
          <a:blipFill>
            <a:blip r:embed="rId2"/>
            <a:stretch>
              <a:fillRect l="-21009" t="-1161" b="-1733"/>
            </a:stretch>
          </a:blipFill>
        </p:spPr>
        <p:txBody>
          <a:bodyPr/>
          <a:lstStyle/>
          <a:p>
            <a:endParaRPr lang="en-GB"/>
          </a:p>
        </p:txBody>
      </p:sp>
      <p:sp>
        <p:nvSpPr>
          <p:cNvPr id="3" name="Freeform 3"/>
          <p:cNvSpPr/>
          <p:nvPr/>
        </p:nvSpPr>
        <p:spPr>
          <a:xfrm>
            <a:off x="2746603" y="5397577"/>
            <a:ext cx="628751" cy="3039626"/>
          </a:xfrm>
          <a:custGeom>
            <a:avLst/>
            <a:gdLst/>
            <a:ahLst/>
            <a:cxnLst/>
            <a:rect l="l" t="t" r="r" b="b"/>
            <a:pathLst>
              <a:path w="628751" h="3039626">
                <a:moveTo>
                  <a:pt x="0" y="0"/>
                </a:moveTo>
                <a:lnTo>
                  <a:pt x="628751" y="0"/>
                </a:lnTo>
                <a:lnTo>
                  <a:pt x="628751" y="3039626"/>
                </a:lnTo>
                <a:lnTo>
                  <a:pt x="0" y="3039626"/>
                </a:lnTo>
                <a:lnTo>
                  <a:pt x="0" y="0"/>
                </a:lnTo>
                <a:close/>
              </a:path>
            </a:pathLst>
          </a:custGeom>
          <a:blipFill>
            <a:blip r:embed="rId3"/>
            <a:stretch>
              <a:fillRect l="-16230" t="-3916" r="-16706" b="-1733"/>
            </a:stretch>
          </a:blipFill>
        </p:spPr>
        <p:txBody>
          <a:bodyPr/>
          <a:lstStyle/>
          <a:p>
            <a:endParaRPr lang="en-GB"/>
          </a:p>
        </p:txBody>
      </p:sp>
      <p:sp>
        <p:nvSpPr>
          <p:cNvPr id="4" name="Freeform 4"/>
          <p:cNvSpPr/>
          <p:nvPr/>
        </p:nvSpPr>
        <p:spPr>
          <a:xfrm>
            <a:off x="3577577" y="5397577"/>
            <a:ext cx="667669" cy="3039626"/>
          </a:xfrm>
          <a:custGeom>
            <a:avLst/>
            <a:gdLst/>
            <a:ahLst/>
            <a:cxnLst/>
            <a:rect l="l" t="t" r="r" b="b"/>
            <a:pathLst>
              <a:path w="667669" h="3039626">
                <a:moveTo>
                  <a:pt x="0" y="0"/>
                </a:moveTo>
                <a:lnTo>
                  <a:pt x="667669" y="0"/>
                </a:lnTo>
                <a:lnTo>
                  <a:pt x="667669" y="3039626"/>
                </a:lnTo>
                <a:lnTo>
                  <a:pt x="0" y="3039626"/>
                </a:lnTo>
                <a:lnTo>
                  <a:pt x="0" y="0"/>
                </a:lnTo>
                <a:close/>
              </a:path>
            </a:pathLst>
          </a:custGeom>
          <a:blipFill>
            <a:blip r:embed="rId4"/>
            <a:stretch>
              <a:fillRect l="-17170" b="-4378"/>
            </a:stretch>
          </a:blipFill>
        </p:spPr>
        <p:txBody>
          <a:bodyPr/>
          <a:lstStyle/>
          <a:p>
            <a:endParaRPr lang="en-GB"/>
          </a:p>
        </p:txBody>
      </p:sp>
      <p:sp>
        <p:nvSpPr>
          <p:cNvPr id="5" name="Freeform 5"/>
          <p:cNvSpPr/>
          <p:nvPr/>
        </p:nvSpPr>
        <p:spPr>
          <a:xfrm>
            <a:off x="4660456" y="5397577"/>
            <a:ext cx="586695" cy="3039626"/>
          </a:xfrm>
          <a:custGeom>
            <a:avLst/>
            <a:gdLst/>
            <a:ahLst/>
            <a:cxnLst/>
            <a:rect l="l" t="t" r="r" b="b"/>
            <a:pathLst>
              <a:path w="586695" h="3039626">
                <a:moveTo>
                  <a:pt x="0" y="0"/>
                </a:moveTo>
                <a:lnTo>
                  <a:pt x="586695" y="0"/>
                </a:lnTo>
                <a:lnTo>
                  <a:pt x="586695" y="3039626"/>
                </a:lnTo>
                <a:lnTo>
                  <a:pt x="0" y="3039626"/>
                </a:lnTo>
                <a:lnTo>
                  <a:pt x="0" y="0"/>
                </a:lnTo>
                <a:close/>
              </a:path>
            </a:pathLst>
          </a:custGeom>
          <a:blipFill>
            <a:blip r:embed="rId5"/>
            <a:stretch>
              <a:fillRect l="-23703" t="-3850" r="-17300"/>
            </a:stretch>
          </a:blipFill>
        </p:spPr>
        <p:txBody>
          <a:bodyPr/>
          <a:lstStyle/>
          <a:p>
            <a:endParaRPr lang="en-GB"/>
          </a:p>
        </p:txBody>
      </p:sp>
      <p:sp>
        <p:nvSpPr>
          <p:cNvPr id="6" name="Freeform 6"/>
          <p:cNvSpPr/>
          <p:nvPr/>
        </p:nvSpPr>
        <p:spPr>
          <a:xfrm>
            <a:off x="6210993" y="5359537"/>
            <a:ext cx="666698" cy="3080991"/>
          </a:xfrm>
          <a:custGeom>
            <a:avLst/>
            <a:gdLst/>
            <a:ahLst/>
            <a:cxnLst/>
            <a:rect l="l" t="t" r="r" b="b"/>
            <a:pathLst>
              <a:path w="666698" h="3080991">
                <a:moveTo>
                  <a:pt x="0" y="0"/>
                </a:moveTo>
                <a:lnTo>
                  <a:pt x="666699" y="0"/>
                </a:lnTo>
                <a:lnTo>
                  <a:pt x="666699" y="3080992"/>
                </a:lnTo>
                <a:lnTo>
                  <a:pt x="0" y="3080992"/>
                </a:lnTo>
                <a:lnTo>
                  <a:pt x="0" y="0"/>
                </a:lnTo>
                <a:close/>
              </a:path>
            </a:pathLst>
          </a:custGeom>
          <a:blipFill>
            <a:blip r:embed="rId6"/>
            <a:stretch>
              <a:fillRect l="-19317" t="-3363" r="-8667" b="-3363"/>
            </a:stretch>
          </a:blipFill>
        </p:spPr>
        <p:txBody>
          <a:bodyPr/>
          <a:lstStyle/>
          <a:p>
            <a:endParaRPr lang="en-GB"/>
          </a:p>
        </p:txBody>
      </p:sp>
      <p:sp>
        <p:nvSpPr>
          <p:cNvPr id="7" name="Freeform 7"/>
          <p:cNvSpPr/>
          <p:nvPr/>
        </p:nvSpPr>
        <p:spPr>
          <a:xfrm>
            <a:off x="7068192" y="5397577"/>
            <a:ext cx="617401" cy="3039626"/>
          </a:xfrm>
          <a:custGeom>
            <a:avLst/>
            <a:gdLst/>
            <a:ahLst/>
            <a:cxnLst/>
            <a:rect l="l" t="t" r="r" b="b"/>
            <a:pathLst>
              <a:path w="617401" h="3039626">
                <a:moveTo>
                  <a:pt x="0" y="0"/>
                </a:moveTo>
                <a:lnTo>
                  <a:pt x="617401" y="0"/>
                </a:lnTo>
                <a:lnTo>
                  <a:pt x="617401" y="3039626"/>
                </a:lnTo>
                <a:lnTo>
                  <a:pt x="0" y="3039626"/>
                </a:lnTo>
                <a:lnTo>
                  <a:pt x="0" y="0"/>
                </a:lnTo>
                <a:close/>
              </a:path>
            </a:pathLst>
          </a:custGeom>
          <a:blipFill>
            <a:blip r:embed="rId7"/>
            <a:stretch>
              <a:fillRect l="-19059" t="-5731" r="-19413" b="-4095"/>
            </a:stretch>
          </a:blipFill>
        </p:spPr>
        <p:txBody>
          <a:bodyPr/>
          <a:lstStyle/>
          <a:p>
            <a:endParaRPr lang="en-GB"/>
          </a:p>
        </p:txBody>
      </p:sp>
      <p:sp>
        <p:nvSpPr>
          <p:cNvPr id="8" name="Freeform 8"/>
          <p:cNvSpPr/>
          <p:nvPr/>
        </p:nvSpPr>
        <p:spPr>
          <a:xfrm>
            <a:off x="7876093" y="5397577"/>
            <a:ext cx="613028" cy="3042952"/>
          </a:xfrm>
          <a:custGeom>
            <a:avLst/>
            <a:gdLst/>
            <a:ahLst/>
            <a:cxnLst/>
            <a:rect l="l" t="t" r="r" b="b"/>
            <a:pathLst>
              <a:path w="613028" h="3042952">
                <a:moveTo>
                  <a:pt x="0" y="0"/>
                </a:moveTo>
                <a:lnTo>
                  <a:pt x="613028" y="0"/>
                </a:lnTo>
                <a:lnTo>
                  <a:pt x="613028" y="3042952"/>
                </a:lnTo>
                <a:lnTo>
                  <a:pt x="0" y="3042952"/>
                </a:lnTo>
                <a:lnTo>
                  <a:pt x="0" y="0"/>
                </a:lnTo>
                <a:close/>
              </a:path>
            </a:pathLst>
          </a:custGeom>
          <a:blipFill>
            <a:blip r:embed="rId8"/>
            <a:stretch>
              <a:fillRect l="-16549" t="-4555" r="-26479" b="-4000"/>
            </a:stretch>
          </a:blipFill>
        </p:spPr>
        <p:txBody>
          <a:bodyPr/>
          <a:lstStyle/>
          <a:p>
            <a:endParaRPr lang="en-GB"/>
          </a:p>
        </p:txBody>
      </p:sp>
      <p:sp>
        <p:nvSpPr>
          <p:cNvPr id="9" name="Freeform 9"/>
          <p:cNvSpPr/>
          <p:nvPr/>
        </p:nvSpPr>
        <p:spPr>
          <a:xfrm>
            <a:off x="8588185" y="5397577"/>
            <a:ext cx="555815" cy="3042952"/>
          </a:xfrm>
          <a:custGeom>
            <a:avLst/>
            <a:gdLst/>
            <a:ahLst/>
            <a:cxnLst/>
            <a:rect l="l" t="t" r="r" b="b"/>
            <a:pathLst>
              <a:path w="555815" h="3042952">
                <a:moveTo>
                  <a:pt x="0" y="0"/>
                </a:moveTo>
                <a:lnTo>
                  <a:pt x="555815" y="0"/>
                </a:lnTo>
                <a:lnTo>
                  <a:pt x="555815" y="3042952"/>
                </a:lnTo>
                <a:lnTo>
                  <a:pt x="0" y="3042952"/>
                </a:lnTo>
                <a:lnTo>
                  <a:pt x="0" y="0"/>
                </a:lnTo>
                <a:close/>
              </a:path>
            </a:pathLst>
          </a:custGeom>
          <a:blipFill>
            <a:blip r:embed="rId9"/>
            <a:stretch>
              <a:fillRect l="-43223" t="-5441" r="-21260" b="-5388"/>
            </a:stretch>
          </a:blipFill>
        </p:spPr>
        <p:txBody>
          <a:bodyPr/>
          <a:lstStyle/>
          <a:p>
            <a:endParaRPr lang="en-GB"/>
          </a:p>
        </p:txBody>
      </p:sp>
      <p:sp>
        <p:nvSpPr>
          <p:cNvPr id="10" name="Freeform 10"/>
          <p:cNvSpPr/>
          <p:nvPr/>
        </p:nvSpPr>
        <p:spPr>
          <a:xfrm>
            <a:off x="9192964" y="5397577"/>
            <a:ext cx="582554" cy="3042952"/>
          </a:xfrm>
          <a:custGeom>
            <a:avLst/>
            <a:gdLst/>
            <a:ahLst/>
            <a:cxnLst/>
            <a:rect l="l" t="t" r="r" b="b"/>
            <a:pathLst>
              <a:path w="582554" h="3042952">
                <a:moveTo>
                  <a:pt x="0" y="0"/>
                </a:moveTo>
                <a:lnTo>
                  <a:pt x="582554" y="0"/>
                </a:lnTo>
                <a:lnTo>
                  <a:pt x="582554" y="3042952"/>
                </a:lnTo>
                <a:lnTo>
                  <a:pt x="0" y="3042952"/>
                </a:lnTo>
                <a:lnTo>
                  <a:pt x="0" y="0"/>
                </a:lnTo>
                <a:close/>
              </a:path>
            </a:pathLst>
          </a:custGeom>
          <a:blipFill>
            <a:blip r:embed="rId10"/>
            <a:stretch>
              <a:fillRect l="-27624" t="-6705" r="-22107" b="-5288"/>
            </a:stretch>
          </a:blipFill>
        </p:spPr>
        <p:txBody>
          <a:bodyPr/>
          <a:lstStyle/>
          <a:p>
            <a:endParaRPr lang="en-GB"/>
          </a:p>
        </p:txBody>
      </p:sp>
      <p:sp>
        <p:nvSpPr>
          <p:cNvPr id="11" name="Freeform 11"/>
          <p:cNvSpPr/>
          <p:nvPr/>
        </p:nvSpPr>
        <p:spPr>
          <a:xfrm>
            <a:off x="9951931" y="5400903"/>
            <a:ext cx="647852" cy="3039626"/>
          </a:xfrm>
          <a:custGeom>
            <a:avLst/>
            <a:gdLst/>
            <a:ahLst/>
            <a:cxnLst/>
            <a:rect l="l" t="t" r="r" b="b"/>
            <a:pathLst>
              <a:path w="647852" h="3039626">
                <a:moveTo>
                  <a:pt x="0" y="0"/>
                </a:moveTo>
                <a:lnTo>
                  <a:pt x="647853" y="0"/>
                </a:lnTo>
                <a:lnTo>
                  <a:pt x="647853" y="3039626"/>
                </a:lnTo>
                <a:lnTo>
                  <a:pt x="0" y="3039626"/>
                </a:lnTo>
                <a:lnTo>
                  <a:pt x="0" y="0"/>
                </a:lnTo>
                <a:close/>
              </a:path>
            </a:pathLst>
          </a:custGeom>
          <a:blipFill>
            <a:blip r:embed="rId11"/>
            <a:stretch>
              <a:fillRect l="-26444" t="-5715" r="-20857" b="-10796"/>
            </a:stretch>
          </a:blipFill>
        </p:spPr>
        <p:txBody>
          <a:bodyPr/>
          <a:lstStyle/>
          <a:p>
            <a:endParaRPr lang="en-GB"/>
          </a:p>
        </p:txBody>
      </p:sp>
      <p:sp>
        <p:nvSpPr>
          <p:cNvPr id="12" name="Freeform 12"/>
          <p:cNvSpPr/>
          <p:nvPr/>
        </p:nvSpPr>
        <p:spPr>
          <a:xfrm>
            <a:off x="11986190" y="5400903"/>
            <a:ext cx="680756" cy="3036300"/>
          </a:xfrm>
          <a:custGeom>
            <a:avLst/>
            <a:gdLst/>
            <a:ahLst/>
            <a:cxnLst/>
            <a:rect l="l" t="t" r="r" b="b"/>
            <a:pathLst>
              <a:path w="680756" h="3036300">
                <a:moveTo>
                  <a:pt x="0" y="0"/>
                </a:moveTo>
                <a:lnTo>
                  <a:pt x="680755" y="0"/>
                </a:lnTo>
                <a:lnTo>
                  <a:pt x="680755" y="3036300"/>
                </a:lnTo>
                <a:lnTo>
                  <a:pt x="0" y="3036300"/>
                </a:lnTo>
                <a:lnTo>
                  <a:pt x="0" y="0"/>
                </a:lnTo>
                <a:close/>
              </a:path>
            </a:pathLst>
          </a:custGeom>
          <a:blipFill>
            <a:blip r:embed="rId12"/>
            <a:stretch>
              <a:fillRect l="-24973" t="-5454" r="-19978" b="-6938"/>
            </a:stretch>
          </a:blipFill>
        </p:spPr>
        <p:txBody>
          <a:bodyPr/>
          <a:lstStyle/>
          <a:p>
            <a:endParaRPr lang="en-GB"/>
          </a:p>
        </p:txBody>
      </p:sp>
      <p:sp>
        <p:nvSpPr>
          <p:cNvPr id="13" name="Freeform 13"/>
          <p:cNvSpPr/>
          <p:nvPr/>
        </p:nvSpPr>
        <p:spPr>
          <a:xfrm>
            <a:off x="12714570" y="5416597"/>
            <a:ext cx="739594" cy="3004912"/>
          </a:xfrm>
          <a:custGeom>
            <a:avLst/>
            <a:gdLst/>
            <a:ahLst/>
            <a:cxnLst/>
            <a:rect l="l" t="t" r="r" b="b"/>
            <a:pathLst>
              <a:path w="739594" h="3004912">
                <a:moveTo>
                  <a:pt x="0" y="0"/>
                </a:moveTo>
                <a:lnTo>
                  <a:pt x="739594" y="0"/>
                </a:lnTo>
                <a:lnTo>
                  <a:pt x="739594" y="3004912"/>
                </a:lnTo>
                <a:lnTo>
                  <a:pt x="0" y="3004912"/>
                </a:lnTo>
                <a:lnTo>
                  <a:pt x="0" y="0"/>
                </a:lnTo>
                <a:close/>
              </a:path>
            </a:pathLst>
          </a:custGeom>
          <a:blipFill>
            <a:blip r:embed="rId13"/>
            <a:stretch>
              <a:fillRect l="-11899" t="-4873" r="-11726" b="-3607"/>
            </a:stretch>
          </a:blipFill>
        </p:spPr>
        <p:txBody>
          <a:bodyPr/>
          <a:lstStyle/>
          <a:p>
            <a:endParaRPr lang="en-GB"/>
          </a:p>
        </p:txBody>
      </p:sp>
      <p:sp>
        <p:nvSpPr>
          <p:cNvPr id="14" name="Freeform 14"/>
          <p:cNvSpPr/>
          <p:nvPr/>
        </p:nvSpPr>
        <p:spPr>
          <a:xfrm>
            <a:off x="15580115" y="5416597"/>
            <a:ext cx="677340" cy="3020606"/>
          </a:xfrm>
          <a:custGeom>
            <a:avLst/>
            <a:gdLst/>
            <a:ahLst/>
            <a:cxnLst/>
            <a:rect l="l" t="t" r="r" b="b"/>
            <a:pathLst>
              <a:path w="677340" h="3020606">
                <a:moveTo>
                  <a:pt x="0" y="0"/>
                </a:moveTo>
                <a:lnTo>
                  <a:pt x="677340" y="0"/>
                </a:lnTo>
                <a:lnTo>
                  <a:pt x="677340" y="3020606"/>
                </a:lnTo>
                <a:lnTo>
                  <a:pt x="0" y="3020606"/>
                </a:lnTo>
                <a:lnTo>
                  <a:pt x="0" y="0"/>
                </a:lnTo>
                <a:close/>
              </a:path>
            </a:pathLst>
          </a:custGeom>
          <a:blipFill>
            <a:blip r:embed="rId14"/>
            <a:stretch>
              <a:fillRect l="-13398" t="-5440" r="-11164" b="-3627"/>
            </a:stretch>
          </a:blipFill>
        </p:spPr>
        <p:txBody>
          <a:bodyPr/>
          <a:lstStyle/>
          <a:p>
            <a:endParaRPr lang="en-GB"/>
          </a:p>
        </p:txBody>
      </p:sp>
      <p:sp>
        <p:nvSpPr>
          <p:cNvPr id="15" name="Freeform 15"/>
          <p:cNvSpPr/>
          <p:nvPr/>
        </p:nvSpPr>
        <p:spPr>
          <a:xfrm>
            <a:off x="14832129" y="5416597"/>
            <a:ext cx="652736" cy="3023932"/>
          </a:xfrm>
          <a:custGeom>
            <a:avLst/>
            <a:gdLst/>
            <a:ahLst/>
            <a:cxnLst/>
            <a:rect l="l" t="t" r="r" b="b"/>
            <a:pathLst>
              <a:path w="652736" h="3023932">
                <a:moveTo>
                  <a:pt x="0" y="0"/>
                </a:moveTo>
                <a:lnTo>
                  <a:pt x="652736" y="0"/>
                </a:lnTo>
                <a:lnTo>
                  <a:pt x="652736" y="3023932"/>
                </a:lnTo>
                <a:lnTo>
                  <a:pt x="0" y="3023932"/>
                </a:lnTo>
                <a:lnTo>
                  <a:pt x="0" y="0"/>
                </a:lnTo>
                <a:close/>
              </a:path>
            </a:pathLst>
          </a:custGeom>
          <a:blipFill>
            <a:blip r:embed="rId15"/>
            <a:stretch>
              <a:fillRect l="-12968" t="-2332" r="-10806" b="-3265"/>
            </a:stretch>
          </a:blipFill>
        </p:spPr>
        <p:txBody>
          <a:bodyPr/>
          <a:lstStyle/>
          <a:p>
            <a:endParaRPr lang="en-GB"/>
          </a:p>
        </p:txBody>
      </p:sp>
      <p:sp>
        <p:nvSpPr>
          <p:cNvPr id="16" name="TextBox 16"/>
          <p:cNvSpPr txBox="1"/>
          <p:nvPr/>
        </p:nvSpPr>
        <p:spPr>
          <a:xfrm>
            <a:off x="2384971" y="-58760"/>
            <a:ext cx="13518059" cy="3195319"/>
          </a:xfrm>
          <a:prstGeom prst="rect">
            <a:avLst/>
          </a:prstGeom>
        </p:spPr>
        <p:txBody>
          <a:bodyPr lIns="0" tIns="0" rIns="0" bIns="0" rtlCol="0" anchor="t">
            <a:spAutoFit/>
          </a:bodyPr>
          <a:lstStyle/>
          <a:p>
            <a:pPr algn="ctr">
              <a:lnSpc>
                <a:spcPts val="12880"/>
              </a:lnSpc>
            </a:pPr>
            <a:r>
              <a:rPr lang="en-US" sz="6600" b="1" dirty="0">
                <a:solidFill>
                  <a:srgbClr val="000000"/>
                </a:solidFill>
                <a:latin typeface="Canva Sans Bold"/>
                <a:ea typeface="Canva Sans Bold"/>
                <a:cs typeface="Canva Sans Bold"/>
                <a:sym typeface="Canva Sans Bold"/>
              </a:rPr>
              <a:t>Replacement Algorithm</a:t>
            </a:r>
          </a:p>
          <a:p>
            <a:pPr algn="ctr">
              <a:lnSpc>
                <a:spcPts val="12880"/>
              </a:lnSpc>
            </a:pPr>
            <a:r>
              <a:rPr lang="en-US" sz="6600" b="1" dirty="0">
                <a:solidFill>
                  <a:srgbClr val="000000"/>
                </a:solidFill>
                <a:latin typeface="Canva Sans Bold"/>
                <a:ea typeface="Canva Sans Bold"/>
                <a:cs typeface="Canva Sans Bold"/>
                <a:sym typeface="Canva Sans Bold"/>
              </a:rPr>
              <a:t>(FIFO)</a:t>
            </a:r>
          </a:p>
        </p:txBody>
      </p:sp>
      <p:sp>
        <p:nvSpPr>
          <p:cNvPr id="17" name="TextBox 17"/>
          <p:cNvSpPr txBox="1"/>
          <p:nvPr/>
        </p:nvSpPr>
        <p:spPr>
          <a:xfrm>
            <a:off x="657915" y="4341178"/>
            <a:ext cx="17630085" cy="90359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Canva Sans Bold"/>
                <a:ea typeface="Canva Sans Bold"/>
                <a:cs typeface="Canva Sans Bold"/>
                <a:sym typeface="Canva Sans Bold"/>
              </a:rPr>
              <a:t>7  0  1     2  0  3  0  4  2  3  0  3  2  1  2  0  1  7  0  1</a:t>
            </a:r>
          </a:p>
        </p:txBody>
      </p:sp>
      <p:grpSp>
        <p:nvGrpSpPr>
          <p:cNvPr id="18" name="Group 18"/>
          <p:cNvGrpSpPr/>
          <p:nvPr/>
        </p:nvGrpSpPr>
        <p:grpSpPr>
          <a:xfrm>
            <a:off x="4508182" y="3223260"/>
            <a:ext cx="1341120" cy="1086802"/>
            <a:chOff x="0" y="0"/>
            <a:chExt cx="1788160" cy="1449070"/>
          </a:xfrm>
        </p:grpSpPr>
        <p:sp>
          <p:nvSpPr>
            <p:cNvPr id="19" name="Freeform 19"/>
            <p:cNvSpPr/>
            <p:nvPr/>
          </p:nvSpPr>
          <p:spPr>
            <a:xfrm>
              <a:off x="50638" y="52070"/>
              <a:ext cx="1686770" cy="1346200"/>
            </a:xfrm>
            <a:custGeom>
              <a:avLst/>
              <a:gdLst/>
              <a:ahLst/>
              <a:cxnLst/>
              <a:rect l="l" t="t" r="r" b="b"/>
              <a:pathLst>
                <a:path w="1686770" h="1346200">
                  <a:moveTo>
                    <a:pt x="77632" y="0"/>
                  </a:moveTo>
                  <a:cubicBezTo>
                    <a:pt x="569122" y="1270"/>
                    <a:pt x="603412" y="3810"/>
                    <a:pt x="654212" y="12700"/>
                  </a:cubicBezTo>
                  <a:cubicBezTo>
                    <a:pt x="710092" y="22860"/>
                    <a:pt x="769782" y="34290"/>
                    <a:pt x="830742" y="62230"/>
                  </a:cubicBezTo>
                  <a:cubicBezTo>
                    <a:pt x="906942" y="96520"/>
                    <a:pt x="990762" y="161290"/>
                    <a:pt x="1069502" y="218440"/>
                  </a:cubicBezTo>
                  <a:cubicBezTo>
                    <a:pt x="1152052" y="279400"/>
                    <a:pt x="1249842" y="355600"/>
                    <a:pt x="1314612" y="420370"/>
                  </a:cubicBezTo>
                  <a:cubicBezTo>
                    <a:pt x="1365412" y="469900"/>
                    <a:pt x="1393352" y="501650"/>
                    <a:pt x="1436532" y="563880"/>
                  </a:cubicBezTo>
                  <a:cubicBezTo>
                    <a:pt x="1503842" y="657860"/>
                    <a:pt x="1624492" y="863600"/>
                    <a:pt x="1660052" y="943610"/>
                  </a:cubicBezTo>
                  <a:cubicBezTo>
                    <a:pt x="1676562" y="976630"/>
                    <a:pt x="1685452" y="988060"/>
                    <a:pt x="1686722" y="1018540"/>
                  </a:cubicBezTo>
                  <a:cubicBezTo>
                    <a:pt x="1687992" y="1061720"/>
                    <a:pt x="1663862" y="1130300"/>
                    <a:pt x="1647352" y="1178560"/>
                  </a:cubicBezTo>
                  <a:cubicBezTo>
                    <a:pt x="1633382" y="1219200"/>
                    <a:pt x="1614332" y="1261110"/>
                    <a:pt x="1597822" y="1289050"/>
                  </a:cubicBezTo>
                  <a:cubicBezTo>
                    <a:pt x="1586392" y="1308100"/>
                    <a:pt x="1577502" y="1323340"/>
                    <a:pt x="1562262" y="1332230"/>
                  </a:cubicBezTo>
                  <a:cubicBezTo>
                    <a:pt x="1547022" y="1342390"/>
                    <a:pt x="1525432" y="1347470"/>
                    <a:pt x="1507652" y="1344930"/>
                  </a:cubicBezTo>
                  <a:cubicBezTo>
                    <a:pt x="1489872" y="1343660"/>
                    <a:pt x="1469552" y="1334770"/>
                    <a:pt x="1455582" y="1323340"/>
                  </a:cubicBezTo>
                  <a:cubicBezTo>
                    <a:pt x="1442882" y="1310640"/>
                    <a:pt x="1432722" y="1291590"/>
                    <a:pt x="1428912" y="1273810"/>
                  </a:cubicBezTo>
                  <a:cubicBezTo>
                    <a:pt x="1426372" y="1256030"/>
                    <a:pt x="1428912" y="1234440"/>
                    <a:pt x="1436532" y="1217930"/>
                  </a:cubicBezTo>
                  <a:cubicBezTo>
                    <a:pt x="1445422" y="1202690"/>
                    <a:pt x="1460662" y="1186180"/>
                    <a:pt x="1477172" y="1178560"/>
                  </a:cubicBezTo>
                  <a:cubicBezTo>
                    <a:pt x="1493682" y="1170940"/>
                    <a:pt x="1515272" y="1165860"/>
                    <a:pt x="1533052" y="1172210"/>
                  </a:cubicBezTo>
                  <a:cubicBezTo>
                    <a:pt x="1554642" y="1178560"/>
                    <a:pt x="1587662" y="1201420"/>
                    <a:pt x="1596552" y="1224280"/>
                  </a:cubicBezTo>
                  <a:cubicBezTo>
                    <a:pt x="1605442" y="1245870"/>
                    <a:pt x="1602902" y="1285240"/>
                    <a:pt x="1588932" y="1305560"/>
                  </a:cubicBezTo>
                  <a:cubicBezTo>
                    <a:pt x="1576232" y="1325880"/>
                    <a:pt x="1541942" y="1344930"/>
                    <a:pt x="1516542" y="1346200"/>
                  </a:cubicBezTo>
                  <a:cubicBezTo>
                    <a:pt x="1492412" y="1346200"/>
                    <a:pt x="1458122" y="1325880"/>
                    <a:pt x="1444152" y="1308100"/>
                  </a:cubicBezTo>
                  <a:cubicBezTo>
                    <a:pt x="1431452" y="1294130"/>
                    <a:pt x="1427642" y="1276350"/>
                    <a:pt x="1427642" y="1254760"/>
                  </a:cubicBezTo>
                  <a:cubicBezTo>
                    <a:pt x="1428912" y="1217930"/>
                    <a:pt x="1455582" y="1145540"/>
                    <a:pt x="1478442" y="1109980"/>
                  </a:cubicBezTo>
                  <a:cubicBezTo>
                    <a:pt x="1494952" y="1085850"/>
                    <a:pt x="1531782" y="1085850"/>
                    <a:pt x="1535592" y="1056640"/>
                  </a:cubicBezTo>
                  <a:cubicBezTo>
                    <a:pt x="1545752" y="985520"/>
                    <a:pt x="1362872" y="732790"/>
                    <a:pt x="1289212" y="637540"/>
                  </a:cubicBezTo>
                  <a:cubicBezTo>
                    <a:pt x="1244762" y="580390"/>
                    <a:pt x="1205392" y="547370"/>
                    <a:pt x="1164752" y="513080"/>
                  </a:cubicBezTo>
                  <a:cubicBezTo>
                    <a:pt x="1133002" y="485140"/>
                    <a:pt x="1103792" y="472440"/>
                    <a:pt x="1072042" y="444500"/>
                  </a:cubicBezTo>
                  <a:cubicBezTo>
                    <a:pt x="1033942" y="410210"/>
                    <a:pt x="992032" y="346710"/>
                    <a:pt x="952662" y="318770"/>
                  </a:cubicBezTo>
                  <a:cubicBezTo>
                    <a:pt x="923452" y="297180"/>
                    <a:pt x="892972" y="293370"/>
                    <a:pt x="866302" y="275590"/>
                  </a:cubicBezTo>
                  <a:cubicBezTo>
                    <a:pt x="839632" y="259080"/>
                    <a:pt x="823122" y="231140"/>
                    <a:pt x="790102" y="214630"/>
                  </a:cubicBezTo>
                  <a:cubicBezTo>
                    <a:pt x="745652" y="193040"/>
                    <a:pt x="670722" y="176530"/>
                    <a:pt x="619922" y="166370"/>
                  </a:cubicBezTo>
                  <a:cubicBezTo>
                    <a:pt x="579282" y="158750"/>
                    <a:pt x="557692" y="158750"/>
                    <a:pt x="508162" y="156210"/>
                  </a:cubicBezTo>
                  <a:cubicBezTo>
                    <a:pt x="405292" y="149860"/>
                    <a:pt x="101762" y="168910"/>
                    <a:pt x="40802" y="146050"/>
                  </a:cubicBezTo>
                  <a:cubicBezTo>
                    <a:pt x="24292" y="139700"/>
                    <a:pt x="20482" y="132080"/>
                    <a:pt x="14132" y="121920"/>
                  </a:cubicBezTo>
                  <a:cubicBezTo>
                    <a:pt x="5242" y="107950"/>
                    <a:pt x="-1108" y="85090"/>
                    <a:pt x="162" y="68580"/>
                  </a:cubicBezTo>
                  <a:cubicBezTo>
                    <a:pt x="2702" y="50800"/>
                    <a:pt x="12862" y="30480"/>
                    <a:pt x="25562" y="19050"/>
                  </a:cubicBezTo>
                  <a:cubicBezTo>
                    <a:pt x="38262" y="7620"/>
                    <a:pt x="77632" y="0"/>
                    <a:pt x="77632" y="0"/>
                  </a:cubicBezTo>
                </a:path>
              </a:pathLst>
            </a:custGeom>
            <a:solidFill>
              <a:srgbClr val="E7191F"/>
            </a:solidFill>
            <a:ln cap="sq">
              <a:noFill/>
              <a:prstDash val="solid"/>
              <a:miter/>
            </a:ln>
          </p:spPr>
          <p:txBody>
            <a:bodyPr/>
            <a:lstStyle/>
            <a:p>
              <a:endParaRPr lang="en-GB"/>
            </a:p>
          </p:txBody>
        </p:sp>
      </p:grpSp>
      <p:grpSp>
        <p:nvGrpSpPr>
          <p:cNvPr id="20" name="Group 20"/>
          <p:cNvGrpSpPr/>
          <p:nvPr/>
        </p:nvGrpSpPr>
        <p:grpSpPr>
          <a:xfrm>
            <a:off x="5569268" y="3751897"/>
            <a:ext cx="9023985" cy="783907"/>
            <a:chOff x="0" y="0"/>
            <a:chExt cx="12031980" cy="1045210"/>
          </a:xfrm>
        </p:grpSpPr>
        <p:sp>
          <p:nvSpPr>
            <p:cNvPr id="21" name="Freeform 21"/>
            <p:cNvSpPr/>
            <p:nvPr/>
          </p:nvSpPr>
          <p:spPr>
            <a:xfrm>
              <a:off x="50800" y="46820"/>
              <a:ext cx="11930380" cy="947711"/>
            </a:xfrm>
            <a:custGeom>
              <a:avLst/>
              <a:gdLst/>
              <a:ahLst/>
              <a:cxnLst/>
              <a:rect l="l" t="t" r="r" b="b"/>
              <a:pathLst>
                <a:path w="11930380" h="947711">
                  <a:moveTo>
                    <a:pt x="8890" y="545000"/>
                  </a:moveTo>
                  <a:cubicBezTo>
                    <a:pt x="137160" y="362120"/>
                    <a:pt x="185420" y="330370"/>
                    <a:pt x="246380" y="297350"/>
                  </a:cubicBezTo>
                  <a:cubicBezTo>
                    <a:pt x="325120" y="252900"/>
                    <a:pt x="449580" y="202100"/>
                    <a:pt x="538480" y="175430"/>
                  </a:cubicBezTo>
                  <a:cubicBezTo>
                    <a:pt x="608330" y="156380"/>
                    <a:pt x="678180" y="151300"/>
                    <a:pt x="732790" y="143680"/>
                  </a:cubicBezTo>
                  <a:cubicBezTo>
                    <a:pt x="770890" y="137330"/>
                    <a:pt x="787400" y="132250"/>
                    <a:pt x="831850" y="129710"/>
                  </a:cubicBezTo>
                  <a:cubicBezTo>
                    <a:pt x="920750" y="123360"/>
                    <a:pt x="1094740" y="136060"/>
                    <a:pt x="1238250" y="129710"/>
                  </a:cubicBezTo>
                  <a:cubicBezTo>
                    <a:pt x="1400810" y="123360"/>
                    <a:pt x="1545590" y="97960"/>
                    <a:pt x="1756410" y="90340"/>
                  </a:cubicBezTo>
                  <a:cubicBezTo>
                    <a:pt x="2086610" y="76370"/>
                    <a:pt x="2800350" y="77640"/>
                    <a:pt x="3031490" y="90340"/>
                  </a:cubicBezTo>
                  <a:cubicBezTo>
                    <a:pt x="3117850" y="95420"/>
                    <a:pt x="3152140" y="99230"/>
                    <a:pt x="3209290" y="110660"/>
                  </a:cubicBezTo>
                  <a:cubicBezTo>
                    <a:pt x="3263900" y="119550"/>
                    <a:pt x="3299460" y="137330"/>
                    <a:pt x="3368040" y="148760"/>
                  </a:cubicBezTo>
                  <a:cubicBezTo>
                    <a:pt x="3488690" y="169080"/>
                    <a:pt x="3710940" y="188130"/>
                    <a:pt x="3877310" y="195750"/>
                  </a:cubicBezTo>
                  <a:cubicBezTo>
                    <a:pt x="4033520" y="204640"/>
                    <a:pt x="4217670" y="193210"/>
                    <a:pt x="4337050" y="199560"/>
                  </a:cubicBezTo>
                  <a:cubicBezTo>
                    <a:pt x="4414520" y="203370"/>
                    <a:pt x="4434840" y="214800"/>
                    <a:pt x="4527550" y="218610"/>
                  </a:cubicBezTo>
                  <a:cubicBezTo>
                    <a:pt x="4779010" y="231310"/>
                    <a:pt x="5740400" y="190670"/>
                    <a:pt x="5923280" y="214800"/>
                  </a:cubicBezTo>
                  <a:cubicBezTo>
                    <a:pt x="5969000" y="219880"/>
                    <a:pt x="5966460" y="228770"/>
                    <a:pt x="6007100" y="237660"/>
                  </a:cubicBezTo>
                  <a:cubicBezTo>
                    <a:pt x="6106160" y="256710"/>
                    <a:pt x="6379210" y="274490"/>
                    <a:pt x="6529070" y="299890"/>
                  </a:cubicBezTo>
                  <a:cubicBezTo>
                    <a:pt x="6642100" y="318940"/>
                    <a:pt x="6752590" y="336720"/>
                    <a:pt x="6826250" y="365930"/>
                  </a:cubicBezTo>
                  <a:cubicBezTo>
                    <a:pt x="6873240" y="384980"/>
                    <a:pt x="6903720" y="406570"/>
                    <a:pt x="6936740" y="430700"/>
                  </a:cubicBezTo>
                  <a:cubicBezTo>
                    <a:pt x="6965950" y="452290"/>
                    <a:pt x="6988810" y="472610"/>
                    <a:pt x="7014210" y="501820"/>
                  </a:cubicBezTo>
                  <a:cubicBezTo>
                    <a:pt x="7047230" y="538650"/>
                    <a:pt x="7077710" y="638980"/>
                    <a:pt x="7109460" y="638980"/>
                  </a:cubicBezTo>
                  <a:cubicBezTo>
                    <a:pt x="7142480" y="638980"/>
                    <a:pt x="7169150" y="534840"/>
                    <a:pt x="7212330" y="491660"/>
                  </a:cubicBezTo>
                  <a:cubicBezTo>
                    <a:pt x="7258050" y="444670"/>
                    <a:pt x="7326630" y="396410"/>
                    <a:pt x="7377430" y="371010"/>
                  </a:cubicBezTo>
                  <a:cubicBezTo>
                    <a:pt x="7414260" y="353230"/>
                    <a:pt x="7439660" y="346880"/>
                    <a:pt x="7481570" y="343070"/>
                  </a:cubicBezTo>
                  <a:cubicBezTo>
                    <a:pt x="7538720" y="336720"/>
                    <a:pt x="7640320" y="340530"/>
                    <a:pt x="7691120" y="354500"/>
                  </a:cubicBezTo>
                  <a:cubicBezTo>
                    <a:pt x="7722870" y="364660"/>
                    <a:pt x="7736840" y="374820"/>
                    <a:pt x="7763510" y="395140"/>
                  </a:cubicBezTo>
                  <a:cubicBezTo>
                    <a:pt x="7805420" y="425620"/>
                    <a:pt x="7862570" y="480230"/>
                    <a:pt x="7904480" y="531030"/>
                  </a:cubicBezTo>
                  <a:cubicBezTo>
                    <a:pt x="7948930" y="585640"/>
                    <a:pt x="7962900" y="693590"/>
                    <a:pt x="8021320" y="711370"/>
                  </a:cubicBezTo>
                  <a:cubicBezTo>
                    <a:pt x="8091170" y="732960"/>
                    <a:pt x="8220710" y="636440"/>
                    <a:pt x="8315960" y="581830"/>
                  </a:cubicBezTo>
                  <a:cubicBezTo>
                    <a:pt x="8416290" y="523410"/>
                    <a:pt x="8507730" y="425620"/>
                    <a:pt x="8604250" y="367200"/>
                  </a:cubicBezTo>
                  <a:cubicBezTo>
                    <a:pt x="8691880" y="315130"/>
                    <a:pt x="8783320" y="279570"/>
                    <a:pt x="8869680" y="241470"/>
                  </a:cubicBezTo>
                  <a:cubicBezTo>
                    <a:pt x="8947150" y="205910"/>
                    <a:pt x="9013190" y="174160"/>
                    <a:pt x="9095740" y="146220"/>
                  </a:cubicBezTo>
                  <a:cubicBezTo>
                    <a:pt x="9190990" y="111930"/>
                    <a:pt x="9343390" y="82720"/>
                    <a:pt x="9413240" y="56050"/>
                  </a:cubicBezTo>
                  <a:cubicBezTo>
                    <a:pt x="9448800" y="42080"/>
                    <a:pt x="9457690" y="25570"/>
                    <a:pt x="9491980" y="16680"/>
                  </a:cubicBezTo>
                  <a:cubicBezTo>
                    <a:pt x="9542780" y="2710"/>
                    <a:pt x="9605010" y="6520"/>
                    <a:pt x="9696450" y="3980"/>
                  </a:cubicBezTo>
                  <a:cubicBezTo>
                    <a:pt x="9883140" y="-1100"/>
                    <a:pt x="10360660" y="-2370"/>
                    <a:pt x="10544810" y="6520"/>
                  </a:cubicBezTo>
                  <a:cubicBezTo>
                    <a:pt x="10633710" y="10330"/>
                    <a:pt x="10689590" y="14140"/>
                    <a:pt x="10742930" y="25570"/>
                  </a:cubicBezTo>
                  <a:cubicBezTo>
                    <a:pt x="10778490" y="34460"/>
                    <a:pt x="10801350" y="54780"/>
                    <a:pt x="10831830" y="58590"/>
                  </a:cubicBezTo>
                  <a:cubicBezTo>
                    <a:pt x="10862310" y="62400"/>
                    <a:pt x="10894060" y="42080"/>
                    <a:pt x="10924540" y="45890"/>
                  </a:cubicBezTo>
                  <a:cubicBezTo>
                    <a:pt x="10958830" y="49700"/>
                    <a:pt x="10991850" y="77640"/>
                    <a:pt x="11028680" y="87800"/>
                  </a:cubicBezTo>
                  <a:cubicBezTo>
                    <a:pt x="11068050" y="99230"/>
                    <a:pt x="11106150" y="95420"/>
                    <a:pt x="11153140" y="108120"/>
                  </a:cubicBezTo>
                  <a:cubicBezTo>
                    <a:pt x="11221720" y="128440"/>
                    <a:pt x="11313160" y="165270"/>
                    <a:pt x="11391900" y="209720"/>
                  </a:cubicBezTo>
                  <a:cubicBezTo>
                    <a:pt x="11479530" y="259250"/>
                    <a:pt x="11586210" y="336720"/>
                    <a:pt x="11650980" y="396410"/>
                  </a:cubicBezTo>
                  <a:cubicBezTo>
                    <a:pt x="11697970" y="438320"/>
                    <a:pt x="11720830" y="473880"/>
                    <a:pt x="11756390" y="518330"/>
                  </a:cubicBezTo>
                  <a:cubicBezTo>
                    <a:pt x="11794490" y="567860"/>
                    <a:pt x="11841480" y="622470"/>
                    <a:pt x="11870690" y="678350"/>
                  </a:cubicBezTo>
                  <a:cubicBezTo>
                    <a:pt x="11897360" y="729150"/>
                    <a:pt x="11921490" y="796460"/>
                    <a:pt x="11926570" y="835830"/>
                  </a:cubicBezTo>
                  <a:cubicBezTo>
                    <a:pt x="11930380" y="858690"/>
                    <a:pt x="11931650" y="875200"/>
                    <a:pt x="11924030" y="891710"/>
                  </a:cubicBezTo>
                  <a:cubicBezTo>
                    <a:pt x="11912600" y="913300"/>
                    <a:pt x="11883390" y="939970"/>
                    <a:pt x="11860530" y="945050"/>
                  </a:cubicBezTo>
                  <a:cubicBezTo>
                    <a:pt x="11836400" y="950130"/>
                    <a:pt x="11798300" y="936160"/>
                    <a:pt x="11780520" y="922190"/>
                  </a:cubicBezTo>
                  <a:cubicBezTo>
                    <a:pt x="11766550" y="910760"/>
                    <a:pt x="11756390" y="891710"/>
                    <a:pt x="11755120" y="872660"/>
                  </a:cubicBezTo>
                  <a:cubicBezTo>
                    <a:pt x="11752580" y="849800"/>
                    <a:pt x="11766550" y="811700"/>
                    <a:pt x="11781790" y="793920"/>
                  </a:cubicBezTo>
                  <a:cubicBezTo>
                    <a:pt x="11794490" y="779950"/>
                    <a:pt x="11814810" y="771060"/>
                    <a:pt x="11832590" y="771060"/>
                  </a:cubicBezTo>
                  <a:cubicBezTo>
                    <a:pt x="11855450" y="771060"/>
                    <a:pt x="11893550" y="786300"/>
                    <a:pt x="11910060" y="802810"/>
                  </a:cubicBezTo>
                  <a:cubicBezTo>
                    <a:pt x="11922760" y="815510"/>
                    <a:pt x="11929110" y="837100"/>
                    <a:pt x="11930380" y="854880"/>
                  </a:cubicBezTo>
                  <a:cubicBezTo>
                    <a:pt x="11930380" y="872660"/>
                    <a:pt x="11926570" y="894250"/>
                    <a:pt x="11913870" y="909490"/>
                  </a:cubicBezTo>
                  <a:cubicBezTo>
                    <a:pt x="11899900" y="927270"/>
                    <a:pt x="11864340" y="945050"/>
                    <a:pt x="11841480" y="947590"/>
                  </a:cubicBezTo>
                  <a:cubicBezTo>
                    <a:pt x="11822430" y="948860"/>
                    <a:pt x="11802110" y="939970"/>
                    <a:pt x="11788140" y="928540"/>
                  </a:cubicBezTo>
                  <a:cubicBezTo>
                    <a:pt x="11774170" y="917110"/>
                    <a:pt x="11764010" y="901870"/>
                    <a:pt x="11756390" y="881550"/>
                  </a:cubicBezTo>
                  <a:cubicBezTo>
                    <a:pt x="11746230" y="853610"/>
                    <a:pt x="11755120" y="801540"/>
                    <a:pt x="11738610" y="773600"/>
                  </a:cubicBezTo>
                  <a:cubicBezTo>
                    <a:pt x="11724640" y="749470"/>
                    <a:pt x="11695430" y="744390"/>
                    <a:pt x="11672570" y="720260"/>
                  </a:cubicBezTo>
                  <a:cubicBezTo>
                    <a:pt x="11638280" y="682160"/>
                    <a:pt x="11610340" y="607230"/>
                    <a:pt x="11567160" y="557700"/>
                  </a:cubicBezTo>
                  <a:cubicBezTo>
                    <a:pt x="11522710" y="505630"/>
                    <a:pt x="11452860" y="449750"/>
                    <a:pt x="11407140" y="416730"/>
                  </a:cubicBezTo>
                  <a:cubicBezTo>
                    <a:pt x="11377930" y="395140"/>
                    <a:pt x="11357610" y="381170"/>
                    <a:pt x="11329670" y="368470"/>
                  </a:cubicBezTo>
                  <a:cubicBezTo>
                    <a:pt x="11301730" y="355770"/>
                    <a:pt x="11272520" y="353230"/>
                    <a:pt x="11239500" y="339260"/>
                  </a:cubicBezTo>
                  <a:cubicBezTo>
                    <a:pt x="11193780" y="318940"/>
                    <a:pt x="11127740" y="266870"/>
                    <a:pt x="11083290" y="254170"/>
                  </a:cubicBezTo>
                  <a:cubicBezTo>
                    <a:pt x="11052810" y="245280"/>
                    <a:pt x="11029950" y="255440"/>
                    <a:pt x="11004550" y="249090"/>
                  </a:cubicBezTo>
                  <a:cubicBezTo>
                    <a:pt x="10975340" y="241470"/>
                    <a:pt x="10958830" y="222420"/>
                    <a:pt x="10920730" y="212260"/>
                  </a:cubicBezTo>
                  <a:cubicBezTo>
                    <a:pt x="10840720" y="190670"/>
                    <a:pt x="10699750" y="174160"/>
                    <a:pt x="10542270" y="165270"/>
                  </a:cubicBezTo>
                  <a:cubicBezTo>
                    <a:pt x="10284460" y="151300"/>
                    <a:pt x="9678670" y="139870"/>
                    <a:pt x="9516110" y="174160"/>
                  </a:cubicBezTo>
                  <a:cubicBezTo>
                    <a:pt x="9462770" y="185590"/>
                    <a:pt x="9456420" y="204640"/>
                    <a:pt x="9414510" y="219880"/>
                  </a:cubicBezTo>
                  <a:cubicBezTo>
                    <a:pt x="9352280" y="242740"/>
                    <a:pt x="9260840" y="259250"/>
                    <a:pt x="9173210" y="291000"/>
                  </a:cubicBezTo>
                  <a:cubicBezTo>
                    <a:pt x="9062720" y="332910"/>
                    <a:pt x="8887460" y="415460"/>
                    <a:pt x="8804910" y="456100"/>
                  </a:cubicBezTo>
                  <a:cubicBezTo>
                    <a:pt x="8760460" y="476420"/>
                    <a:pt x="8735060" y="485310"/>
                    <a:pt x="8705850" y="505630"/>
                  </a:cubicBezTo>
                  <a:cubicBezTo>
                    <a:pt x="8676640" y="525950"/>
                    <a:pt x="8663940" y="551350"/>
                    <a:pt x="8629650" y="578020"/>
                  </a:cubicBezTo>
                  <a:cubicBezTo>
                    <a:pt x="8573770" y="622470"/>
                    <a:pt x="8470900" y="697400"/>
                    <a:pt x="8392160" y="738040"/>
                  </a:cubicBezTo>
                  <a:cubicBezTo>
                    <a:pt x="8322310" y="773600"/>
                    <a:pt x="8239760" y="791380"/>
                    <a:pt x="8186420" y="816780"/>
                  </a:cubicBezTo>
                  <a:cubicBezTo>
                    <a:pt x="8149590" y="834560"/>
                    <a:pt x="8129270" y="853610"/>
                    <a:pt x="8097520" y="866310"/>
                  </a:cubicBezTo>
                  <a:cubicBezTo>
                    <a:pt x="8063230" y="880280"/>
                    <a:pt x="8023860" y="903140"/>
                    <a:pt x="7988300" y="895520"/>
                  </a:cubicBezTo>
                  <a:cubicBezTo>
                    <a:pt x="7943850" y="886630"/>
                    <a:pt x="7880350" y="828210"/>
                    <a:pt x="7854950" y="790110"/>
                  </a:cubicBezTo>
                  <a:cubicBezTo>
                    <a:pt x="7837170" y="764710"/>
                    <a:pt x="7843520" y="734230"/>
                    <a:pt x="7829550" y="707560"/>
                  </a:cubicBezTo>
                  <a:cubicBezTo>
                    <a:pt x="7814310" y="675810"/>
                    <a:pt x="7791450" y="642790"/>
                    <a:pt x="7759700" y="614850"/>
                  </a:cubicBezTo>
                  <a:cubicBezTo>
                    <a:pt x="7719060" y="578020"/>
                    <a:pt x="7642860" y="538650"/>
                    <a:pt x="7597140" y="518330"/>
                  </a:cubicBezTo>
                  <a:cubicBezTo>
                    <a:pt x="7567930" y="505630"/>
                    <a:pt x="7547610" y="495470"/>
                    <a:pt x="7520940" y="496740"/>
                  </a:cubicBezTo>
                  <a:cubicBezTo>
                    <a:pt x="7489190" y="498010"/>
                    <a:pt x="7456170" y="509440"/>
                    <a:pt x="7420610" y="533570"/>
                  </a:cubicBezTo>
                  <a:cubicBezTo>
                    <a:pt x="7366000" y="569130"/>
                    <a:pt x="7294880" y="683430"/>
                    <a:pt x="7241540" y="724070"/>
                  </a:cubicBezTo>
                  <a:cubicBezTo>
                    <a:pt x="7207250" y="749470"/>
                    <a:pt x="7179310" y="763440"/>
                    <a:pt x="7143750" y="773600"/>
                  </a:cubicBezTo>
                  <a:cubicBezTo>
                    <a:pt x="7108190" y="783760"/>
                    <a:pt x="7065010" y="797730"/>
                    <a:pt x="7025640" y="781220"/>
                  </a:cubicBezTo>
                  <a:cubicBezTo>
                    <a:pt x="6963410" y="755820"/>
                    <a:pt x="6892290" y="616120"/>
                    <a:pt x="6836410" y="571670"/>
                  </a:cubicBezTo>
                  <a:cubicBezTo>
                    <a:pt x="6800850" y="542460"/>
                    <a:pt x="6784340" y="533570"/>
                    <a:pt x="6737350" y="517060"/>
                  </a:cubicBezTo>
                  <a:cubicBezTo>
                    <a:pt x="6640830" y="482770"/>
                    <a:pt x="6389370" y="442130"/>
                    <a:pt x="6275070" y="429430"/>
                  </a:cubicBezTo>
                  <a:cubicBezTo>
                    <a:pt x="6209030" y="423080"/>
                    <a:pt x="6172200" y="430700"/>
                    <a:pt x="6116320" y="424350"/>
                  </a:cubicBezTo>
                  <a:cubicBezTo>
                    <a:pt x="6055360" y="418000"/>
                    <a:pt x="6017260" y="396410"/>
                    <a:pt x="5923280" y="387520"/>
                  </a:cubicBezTo>
                  <a:cubicBezTo>
                    <a:pt x="5675630" y="363390"/>
                    <a:pt x="4820920" y="396410"/>
                    <a:pt x="4559300" y="382440"/>
                  </a:cubicBezTo>
                  <a:cubicBezTo>
                    <a:pt x="4453890" y="376090"/>
                    <a:pt x="4427220" y="363390"/>
                    <a:pt x="4337050" y="358310"/>
                  </a:cubicBezTo>
                  <a:cubicBezTo>
                    <a:pt x="4197350" y="350690"/>
                    <a:pt x="3948430" y="365930"/>
                    <a:pt x="3801110" y="355770"/>
                  </a:cubicBezTo>
                  <a:cubicBezTo>
                    <a:pt x="3696970" y="348150"/>
                    <a:pt x="3615690" y="326560"/>
                    <a:pt x="3534410" y="320210"/>
                  </a:cubicBezTo>
                  <a:cubicBezTo>
                    <a:pt x="3465830" y="313860"/>
                    <a:pt x="3413760" y="322750"/>
                    <a:pt x="3342640" y="315130"/>
                  </a:cubicBezTo>
                  <a:cubicBezTo>
                    <a:pt x="3249930" y="304970"/>
                    <a:pt x="3169920" y="266870"/>
                    <a:pt x="3028950" y="254170"/>
                  </a:cubicBezTo>
                  <a:cubicBezTo>
                    <a:pt x="2749550" y="227500"/>
                    <a:pt x="2089150" y="241470"/>
                    <a:pt x="1758950" y="255440"/>
                  </a:cubicBezTo>
                  <a:cubicBezTo>
                    <a:pt x="1546860" y="264330"/>
                    <a:pt x="1405890" y="291000"/>
                    <a:pt x="1238250" y="299890"/>
                  </a:cubicBezTo>
                  <a:cubicBezTo>
                    <a:pt x="1082040" y="307510"/>
                    <a:pt x="910590" y="294810"/>
                    <a:pt x="784860" y="304970"/>
                  </a:cubicBezTo>
                  <a:cubicBezTo>
                    <a:pt x="693420" y="313860"/>
                    <a:pt x="621030" y="325290"/>
                    <a:pt x="551180" y="344340"/>
                  </a:cubicBezTo>
                  <a:cubicBezTo>
                    <a:pt x="494030" y="359580"/>
                    <a:pt x="447040" y="376090"/>
                    <a:pt x="397510" y="401490"/>
                  </a:cubicBezTo>
                  <a:cubicBezTo>
                    <a:pt x="342900" y="429430"/>
                    <a:pt x="287020" y="464990"/>
                    <a:pt x="240030" y="505630"/>
                  </a:cubicBezTo>
                  <a:cubicBezTo>
                    <a:pt x="190500" y="548810"/>
                    <a:pt x="140970" y="635170"/>
                    <a:pt x="107950" y="652950"/>
                  </a:cubicBezTo>
                  <a:cubicBezTo>
                    <a:pt x="93980" y="660570"/>
                    <a:pt x="83820" y="660570"/>
                    <a:pt x="71120" y="658030"/>
                  </a:cubicBezTo>
                  <a:cubicBezTo>
                    <a:pt x="55880" y="655490"/>
                    <a:pt x="33020" y="645330"/>
                    <a:pt x="21590" y="632630"/>
                  </a:cubicBezTo>
                  <a:cubicBezTo>
                    <a:pt x="10160" y="619930"/>
                    <a:pt x="1270" y="597070"/>
                    <a:pt x="0" y="581830"/>
                  </a:cubicBezTo>
                  <a:cubicBezTo>
                    <a:pt x="0" y="567860"/>
                    <a:pt x="8890" y="545000"/>
                    <a:pt x="8890" y="545000"/>
                  </a:cubicBezTo>
                </a:path>
              </a:pathLst>
            </a:custGeom>
            <a:solidFill>
              <a:srgbClr val="E7191F"/>
            </a:solidFill>
            <a:ln cap="sq">
              <a:noFill/>
              <a:prstDash val="solid"/>
              <a:miter/>
            </a:ln>
          </p:spPr>
          <p:txBody>
            <a:bodyPr/>
            <a:lstStyle/>
            <a:p>
              <a:endParaRPr lang="en-GB"/>
            </a:p>
          </p:txBody>
        </p:sp>
      </p:grpSp>
      <p:grpSp>
        <p:nvGrpSpPr>
          <p:cNvPr id="22" name="Group 22"/>
          <p:cNvGrpSpPr/>
          <p:nvPr/>
        </p:nvGrpSpPr>
        <p:grpSpPr>
          <a:xfrm>
            <a:off x="14360843" y="3769042"/>
            <a:ext cx="2293620" cy="820102"/>
            <a:chOff x="0" y="0"/>
            <a:chExt cx="3058160" cy="1093470"/>
          </a:xfrm>
        </p:grpSpPr>
        <p:sp>
          <p:nvSpPr>
            <p:cNvPr id="23" name="Freeform 23"/>
            <p:cNvSpPr/>
            <p:nvPr/>
          </p:nvSpPr>
          <p:spPr>
            <a:xfrm>
              <a:off x="50735" y="45594"/>
              <a:ext cx="2958138" cy="1000251"/>
            </a:xfrm>
            <a:custGeom>
              <a:avLst/>
              <a:gdLst/>
              <a:ahLst/>
              <a:cxnLst/>
              <a:rect l="l" t="t" r="r" b="b"/>
              <a:pathLst>
                <a:path w="2958138" h="1000251">
                  <a:moveTo>
                    <a:pt x="16575" y="875156"/>
                  </a:moveTo>
                  <a:cubicBezTo>
                    <a:pt x="207075" y="660526"/>
                    <a:pt x="289625" y="605916"/>
                    <a:pt x="362015" y="553846"/>
                  </a:cubicBezTo>
                  <a:cubicBezTo>
                    <a:pt x="433135" y="504316"/>
                    <a:pt x="500445" y="454786"/>
                    <a:pt x="574105" y="415416"/>
                  </a:cubicBezTo>
                  <a:cubicBezTo>
                    <a:pt x="646495" y="376046"/>
                    <a:pt x="730315" y="351916"/>
                    <a:pt x="798895" y="316356"/>
                  </a:cubicBezTo>
                  <a:cubicBezTo>
                    <a:pt x="861125" y="283336"/>
                    <a:pt x="918275" y="238886"/>
                    <a:pt x="969075" y="213486"/>
                  </a:cubicBezTo>
                  <a:cubicBezTo>
                    <a:pt x="1008445" y="193166"/>
                    <a:pt x="1035115" y="184276"/>
                    <a:pt x="1077025" y="167766"/>
                  </a:cubicBezTo>
                  <a:cubicBezTo>
                    <a:pt x="1137985" y="144906"/>
                    <a:pt x="1238315" y="105536"/>
                    <a:pt x="1296735" y="94106"/>
                  </a:cubicBezTo>
                  <a:cubicBezTo>
                    <a:pt x="1334835" y="86486"/>
                    <a:pt x="1360235" y="95376"/>
                    <a:pt x="1391985" y="90296"/>
                  </a:cubicBezTo>
                  <a:cubicBezTo>
                    <a:pt x="1427545" y="83946"/>
                    <a:pt x="1455485" y="62356"/>
                    <a:pt x="1498665" y="54736"/>
                  </a:cubicBezTo>
                  <a:cubicBezTo>
                    <a:pt x="1559625" y="44576"/>
                    <a:pt x="1648525" y="53466"/>
                    <a:pt x="1724725" y="47116"/>
                  </a:cubicBezTo>
                  <a:cubicBezTo>
                    <a:pt x="1804735" y="39496"/>
                    <a:pt x="1883475" y="16636"/>
                    <a:pt x="1967295" y="10286"/>
                  </a:cubicBezTo>
                  <a:cubicBezTo>
                    <a:pt x="2058735" y="1396"/>
                    <a:pt x="2181925" y="-4954"/>
                    <a:pt x="2254315" y="5206"/>
                  </a:cubicBezTo>
                  <a:cubicBezTo>
                    <a:pt x="2300035" y="11556"/>
                    <a:pt x="2324165" y="19176"/>
                    <a:pt x="2364805" y="36956"/>
                  </a:cubicBezTo>
                  <a:cubicBezTo>
                    <a:pt x="2423225" y="62356"/>
                    <a:pt x="2509585" y="108076"/>
                    <a:pt x="2569275" y="161416"/>
                  </a:cubicBezTo>
                  <a:cubicBezTo>
                    <a:pt x="2628965" y="213486"/>
                    <a:pt x="2672145" y="287146"/>
                    <a:pt x="2720405" y="353186"/>
                  </a:cubicBezTo>
                  <a:cubicBezTo>
                    <a:pt x="2768665" y="420496"/>
                    <a:pt x="2819465" y="489076"/>
                    <a:pt x="2857565" y="557656"/>
                  </a:cubicBezTo>
                  <a:cubicBezTo>
                    <a:pt x="2893125" y="622426"/>
                    <a:pt x="2931225" y="692276"/>
                    <a:pt x="2946465" y="754506"/>
                  </a:cubicBezTo>
                  <a:cubicBezTo>
                    <a:pt x="2959165" y="805306"/>
                    <a:pt x="2960435" y="864996"/>
                    <a:pt x="2955355" y="901826"/>
                  </a:cubicBezTo>
                  <a:cubicBezTo>
                    <a:pt x="2952815" y="923416"/>
                    <a:pt x="2950275" y="939926"/>
                    <a:pt x="2937575" y="955166"/>
                  </a:cubicBezTo>
                  <a:cubicBezTo>
                    <a:pt x="2922335" y="971676"/>
                    <a:pt x="2886775" y="990726"/>
                    <a:pt x="2862645" y="989456"/>
                  </a:cubicBezTo>
                  <a:cubicBezTo>
                    <a:pt x="2838515" y="988186"/>
                    <a:pt x="2804225" y="967866"/>
                    <a:pt x="2791525" y="947546"/>
                  </a:cubicBezTo>
                  <a:cubicBezTo>
                    <a:pt x="2778825" y="925956"/>
                    <a:pt x="2778825" y="886586"/>
                    <a:pt x="2787715" y="864996"/>
                  </a:cubicBezTo>
                  <a:cubicBezTo>
                    <a:pt x="2794065" y="847216"/>
                    <a:pt x="2810575" y="831976"/>
                    <a:pt x="2825815" y="824356"/>
                  </a:cubicBezTo>
                  <a:cubicBezTo>
                    <a:pt x="2841055" y="815466"/>
                    <a:pt x="2862645" y="810386"/>
                    <a:pt x="2881695" y="814196"/>
                  </a:cubicBezTo>
                  <a:cubicBezTo>
                    <a:pt x="2903285" y="820546"/>
                    <a:pt x="2936305" y="842136"/>
                    <a:pt x="2946465" y="863726"/>
                  </a:cubicBezTo>
                  <a:cubicBezTo>
                    <a:pt x="2957895" y="886586"/>
                    <a:pt x="2955355" y="925956"/>
                    <a:pt x="2942655" y="946276"/>
                  </a:cubicBezTo>
                  <a:cubicBezTo>
                    <a:pt x="2929955" y="967866"/>
                    <a:pt x="2896935" y="988186"/>
                    <a:pt x="2872805" y="989456"/>
                  </a:cubicBezTo>
                  <a:cubicBezTo>
                    <a:pt x="2848675" y="990726"/>
                    <a:pt x="2816925" y="980566"/>
                    <a:pt x="2797875" y="955166"/>
                  </a:cubicBezTo>
                  <a:cubicBezTo>
                    <a:pt x="2761045" y="909446"/>
                    <a:pt x="2781365" y="777366"/>
                    <a:pt x="2739455" y="680846"/>
                  </a:cubicBezTo>
                  <a:cubicBezTo>
                    <a:pt x="2683575" y="550036"/>
                    <a:pt x="2538795" y="337946"/>
                    <a:pt x="2449895" y="260476"/>
                  </a:cubicBezTo>
                  <a:cubicBezTo>
                    <a:pt x="2399095" y="217296"/>
                    <a:pt x="2347025" y="204596"/>
                    <a:pt x="2306385" y="188086"/>
                  </a:cubicBezTo>
                  <a:cubicBezTo>
                    <a:pt x="2277175" y="177926"/>
                    <a:pt x="2263205" y="171576"/>
                    <a:pt x="2227645" y="167766"/>
                  </a:cubicBezTo>
                  <a:cubicBezTo>
                    <a:pt x="2159065" y="160146"/>
                    <a:pt x="2011745" y="167766"/>
                    <a:pt x="1916495" y="176656"/>
                  </a:cubicBezTo>
                  <a:cubicBezTo>
                    <a:pt x="1836485" y="184276"/>
                    <a:pt x="1766635" y="203326"/>
                    <a:pt x="1692975" y="212216"/>
                  </a:cubicBezTo>
                  <a:cubicBezTo>
                    <a:pt x="1623125" y="218566"/>
                    <a:pt x="1539305" y="212216"/>
                    <a:pt x="1485965" y="223646"/>
                  </a:cubicBezTo>
                  <a:cubicBezTo>
                    <a:pt x="1451675" y="231266"/>
                    <a:pt x="1431355" y="250316"/>
                    <a:pt x="1402145" y="255396"/>
                  </a:cubicBezTo>
                  <a:cubicBezTo>
                    <a:pt x="1371665" y="260476"/>
                    <a:pt x="1336105" y="246506"/>
                    <a:pt x="1305625" y="254126"/>
                  </a:cubicBezTo>
                  <a:cubicBezTo>
                    <a:pt x="1272605" y="261746"/>
                    <a:pt x="1249745" y="287146"/>
                    <a:pt x="1212915" y="303656"/>
                  </a:cubicBezTo>
                  <a:cubicBezTo>
                    <a:pt x="1163385" y="323976"/>
                    <a:pt x="1089725" y="337946"/>
                    <a:pt x="1033845" y="363346"/>
                  </a:cubicBezTo>
                  <a:cubicBezTo>
                    <a:pt x="980505" y="386206"/>
                    <a:pt x="937325" y="423036"/>
                    <a:pt x="883985" y="448436"/>
                  </a:cubicBezTo>
                  <a:cubicBezTo>
                    <a:pt x="829375" y="475106"/>
                    <a:pt x="767145" y="487806"/>
                    <a:pt x="707455" y="517016"/>
                  </a:cubicBezTo>
                  <a:cubicBezTo>
                    <a:pt x="642685" y="548766"/>
                    <a:pt x="579185" y="586866"/>
                    <a:pt x="509335" y="633856"/>
                  </a:cubicBezTo>
                  <a:cubicBezTo>
                    <a:pt x="426785" y="689736"/>
                    <a:pt x="321375" y="768476"/>
                    <a:pt x="248985" y="834516"/>
                  </a:cubicBezTo>
                  <a:cubicBezTo>
                    <a:pt x="191835" y="887856"/>
                    <a:pt x="147385" y="974216"/>
                    <a:pt x="108015" y="993266"/>
                  </a:cubicBezTo>
                  <a:cubicBezTo>
                    <a:pt x="87695" y="1003426"/>
                    <a:pt x="68645" y="1000886"/>
                    <a:pt x="53405" y="995806"/>
                  </a:cubicBezTo>
                  <a:cubicBezTo>
                    <a:pt x="40705" y="993266"/>
                    <a:pt x="30545" y="986916"/>
                    <a:pt x="21655" y="976756"/>
                  </a:cubicBezTo>
                  <a:cubicBezTo>
                    <a:pt x="11495" y="965326"/>
                    <a:pt x="1335" y="943736"/>
                    <a:pt x="65" y="927226"/>
                  </a:cubicBezTo>
                  <a:cubicBezTo>
                    <a:pt x="-1205" y="909446"/>
                    <a:pt x="16575" y="875156"/>
                    <a:pt x="16575" y="875156"/>
                  </a:cubicBezTo>
                </a:path>
              </a:pathLst>
            </a:custGeom>
            <a:solidFill>
              <a:srgbClr val="E7191F"/>
            </a:solidFill>
            <a:ln cap="sq">
              <a:noFill/>
              <a:prstDash val="solid"/>
              <a:miter/>
            </a:ln>
          </p:spPr>
          <p:txBody>
            <a:bodyPr/>
            <a:lstStyle/>
            <a:p>
              <a:endParaRPr lang="en-GB"/>
            </a:p>
          </p:txBody>
        </p:sp>
      </p:grpSp>
      <p:grpSp>
        <p:nvGrpSpPr>
          <p:cNvPr id="24" name="Group 24"/>
          <p:cNvGrpSpPr/>
          <p:nvPr/>
        </p:nvGrpSpPr>
        <p:grpSpPr>
          <a:xfrm>
            <a:off x="5435918" y="4262438"/>
            <a:ext cx="689610" cy="901065"/>
            <a:chOff x="0" y="0"/>
            <a:chExt cx="919480" cy="1201420"/>
          </a:xfrm>
        </p:grpSpPr>
        <p:sp>
          <p:nvSpPr>
            <p:cNvPr id="25" name="Freeform 25"/>
            <p:cNvSpPr/>
            <p:nvPr/>
          </p:nvSpPr>
          <p:spPr>
            <a:xfrm>
              <a:off x="42562" y="50208"/>
              <a:ext cx="829293" cy="1100412"/>
            </a:xfrm>
            <a:custGeom>
              <a:avLst/>
              <a:gdLst/>
              <a:ahLst/>
              <a:cxnLst/>
              <a:rect l="l" t="t" r="r" b="b"/>
              <a:pathLst>
                <a:path w="829293" h="1100412">
                  <a:moveTo>
                    <a:pt x="321928" y="222842"/>
                  </a:moveTo>
                  <a:cubicBezTo>
                    <a:pt x="253348" y="266022"/>
                    <a:pt x="233028" y="300312"/>
                    <a:pt x="217788" y="335872"/>
                  </a:cubicBezTo>
                  <a:cubicBezTo>
                    <a:pt x="197468" y="382862"/>
                    <a:pt x="186038" y="446362"/>
                    <a:pt x="178418" y="509862"/>
                  </a:cubicBezTo>
                  <a:cubicBezTo>
                    <a:pt x="170798" y="584792"/>
                    <a:pt x="168258" y="702902"/>
                    <a:pt x="179688" y="760052"/>
                  </a:cubicBezTo>
                  <a:cubicBezTo>
                    <a:pt x="186038" y="791802"/>
                    <a:pt x="191118" y="813392"/>
                    <a:pt x="210168" y="832442"/>
                  </a:cubicBezTo>
                  <a:cubicBezTo>
                    <a:pt x="230488" y="852762"/>
                    <a:pt x="266048" y="861652"/>
                    <a:pt x="302878" y="871812"/>
                  </a:cubicBezTo>
                  <a:cubicBezTo>
                    <a:pt x="352408" y="887052"/>
                    <a:pt x="432418" y="888322"/>
                    <a:pt x="485758" y="902292"/>
                  </a:cubicBezTo>
                  <a:cubicBezTo>
                    <a:pt x="528938" y="913722"/>
                    <a:pt x="574658" y="958172"/>
                    <a:pt x="600058" y="944202"/>
                  </a:cubicBezTo>
                  <a:cubicBezTo>
                    <a:pt x="630538" y="928962"/>
                    <a:pt x="636888" y="843872"/>
                    <a:pt x="644508" y="787992"/>
                  </a:cubicBezTo>
                  <a:cubicBezTo>
                    <a:pt x="653398" y="728302"/>
                    <a:pt x="653398" y="647022"/>
                    <a:pt x="648318" y="598762"/>
                  </a:cubicBezTo>
                  <a:cubicBezTo>
                    <a:pt x="644508" y="567012"/>
                    <a:pt x="631808" y="547962"/>
                    <a:pt x="629268" y="521292"/>
                  </a:cubicBezTo>
                  <a:cubicBezTo>
                    <a:pt x="625458" y="493352"/>
                    <a:pt x="639428" y="464142"/>
                    <a:pt x="627998" y="432392"/>
                  </a:cubicBezTo>
                  <a:cubicBezTo>
                    <a:pt x="610218" y="384132"/>
                    <a:pt x="553068" y="313012"/>
                    <a:pt x="492108" y="268562"/>
                  </a:cubicBezTo>
                  <a:cubicBezTo>
                    <a:pt x="414638" y="215222"/>
                    <a:pt x="234298" y="203792"/>
                    <a:pt x="186038" y="158072"/>
                  </a:cubicBezTo>
                  <a:cubicBezTo>
                    <a:pt x="161908" y="133942"/>
                    <a:pt x="154288" y="103462"/>
                    <a:pt x="154288" y="79332"/>
                  </a:cubicBezTo>
                  <a:cubicBezTo>
                    <a:pt x="154288" y="60282"/>
                    <a:pt x="164448" y="39962"/>
                    <a:pt x="178418" y="27262"/>
                  </a:cubicBezTo>
                  <a:cubicBezTo>
                    <a:pt x="194928" y="12022"/>
                    <a:pt x="233028" y="-3218"/>
                    <a:pt x="257158" y="592"/>
                  </a:cubicBezTo>
                  <a:cubicBezTo>
                    <a:pt x="282558" y="4402"/>
                    <a:pt x="314308" y="28532"/>
                    <a:pt x="324468" y="50122"/>
                  </a:cubicBezTo>
                  <a:cubicBezTo>
                    <a:pt x="335898" y="72982"/>
                    <a:pt x="330818" y="113622"/>
                    <a:pt x="320658" y="135212"/>
                  </a:cubicBezTo>
                  <a:cubicBezTo>
                    <a:pt x="313038" y="151722"/>
                    <a:pt x="293988" y="165692"/>
                    <a:pt x="277478" y="172042"/>
                  </a:cubicBezTo>
                  <a:cubicBezTo>
                    <a:pt x="260968" y="178392"/>
                    <a:pt x="238108" y="179662"/>
                    <a:pt x="220328" y="175852"/>
                  </a:cubicBezTo>
                  <a:cubicBezTo>
                    <a:pt x="202548" y="170772"/>
                    <a:pt x="183498" y="158072"/>
                    <a:pt x="172068" y="144102"/>
                  </a:cubicBezTo>
                  <a:cubicBezTo>
                    <a:pt x="161908" y="128862"/>
                    <a:pt x="154288" y="107272"/>
                    <a:pt x="154288" y="89492"/>
                  </a:cubicBezTo>
                  <a:cubicBezTo>
                    <a:pt x="154288" y="71712"/>
                    <a:pt x="160638" y="48852"/>
                    <a:pt x="172068" y="34882"/>
                  </a:cubicBezTo>
                  <a:cubicBezTo>
                    <a:pt x="182228" y="20912"/>
                    <a:pt x="197468" y="6942"/>
                    <a:pt x="219058" y="3132"/>
                  </a:cubicBezTo>
                  <a:cubicBezTo>
                    <a:pt x="252078" y="-4488"/>
                    <a:pt x="309228" y="10752"/>
                    <a:pt x="358758" y="24722"/>
                  </a:cubicBezTo>
                  <a:cubicBezTo>
                    <a:pt x="417178" y="39962"/>
                    <a:pt x="485758" y="57742"/>
                    <a:pt x="545448" y="95842"/>
                  </a:cubicBezTo>
                  <a:cubicBezTo>
                    <a:pt x="614028" y="140292"/>
                    <a:pt x="700388" y="236812"/>
                    <a:pt x="739758" y="287612"/>
                  </a:cubicBezTo>
                  <a:cubicBezTo>
                    <a:pt x="761348" y="316822"/>
                    <a:pt x="768968" y="329522"/>
                    <a:pt x="781668" y="361272"/>
                  </a:cubicBezTo>
                  <a:cubicBezTo>
                    <a:pt x="800718" y="412072"/>
                    <a:pt x="817228" y="503512"/>
                    <a:pt x="824848" y="570822"/>
                  </a:cubicBezTo>
                  <a:cubicBezTo>
                    <a:pt x="831198" y="633052"/>
                    <a:pt x="829928" y="701632"/>
                    <a:pt x="826118" y="753702"/>
                  </a:cubicBezTo>
                  <a:cubicBezTo>
                    <a:pt x="822308" y="791802"/>
                    <a:pt x="819768" y="817202"/>
                    <a:pt x="810878" y="855302"/>
                  </a:cubicBezTo>
                  <a:cubicBezTo>
                    <a:pt x="798178" y="903562"/>
                    <a:pt x="777858" y="977222"/>
                    <a:pt x="748648" y="1016592"/>
                  </a:cubicBezTo>
                  <a:cubicBezTo>
                    <a:pt x="725788" y="1048342"/>
                    <a:pt x="694038" y="1072472"/>
                    <a:pt x="664828" y="1085172"/>
                  </a:cubicBezTo>
                  <a:cubicBezTo>
                    <a:pt x="640698" y="1096602"/>
                    <a:pt x="615298" y="1100412"/>
                    <a:pt x="589898" y="1100412"/>
                  </a:cubicBezTo>
                  <a:cubicBezTo>
                    <a:pt x="561958" y="1099142"/>
                    <a:pt x="535288" y="1082632"/>
                    <a:pt x="506078" y="1078822"/>
                  </a:cubicBezTo>
                  <a:cubicBezTo>
                    <a:pt x="476868" y="1075012"/>
                    <a:pt x="451468" y="1082632"/>
                    <a:pt x="412098" y="1076282"/>
                  </a:cubicBezTo>
                  <a:cubicBezTo>
                    <a:pt x="346058" y="1066122"/>
                    <a:pt x="213978" y="1033102"/>
                    <a:pt x="150478" y="998812"/>
                  </a:cubicBezTo>
                  <a:cubicBezTo>
                    <a:pt x="107298" y="975952"/>
                    <a:pt x="78088" y="948012"/>
                    <a:pt x="53958" y="916262"/>
                  </a:cubicBezTo>
                  <a:cubicBezTo>
                    <a:pt x="31098" y="884512"/>
                    <a:pt x="17128" y="855302"/>
                    <a:pt x="8238" y="808312"/>
                  </a:cubicBezTo>
                  <a:cubicBezTo>
                    <a:pt x="-7002" y="727032"/>
                    <a:pt x="618" y="537802"/>
                    <a:pt x="17128" y="457792"/>
                  </a:cubicBezTo>
                  <a:cubicBezTo>
                    <a:pt x="26018" y="414612"/>
                    <a:pt x="47608" y="390482"/>
                    <a:pt x="55228" y="360002"/>
                  </a:cubicBezTo>
                  <a:cubicBezTo>
                    <a:pt x="62848" y="332062"/>
                    <a:pt x="53958" y="311742"/>
                    <a:pt x="65388" y="282532"/>
                  </a:cubicBezTo>
                  <a:cubicBezTo>
                    <a:pt x="85708" y="234272"/>
                    <a:pt x="159368" y="141562"/>
                    <a:pt x="200008" y="108542"/>
                  </a:cubicBezTo>
                  <a:cubicBezTo>
                    <a:pt x="225408" y="89492"/>
                    <a:pt x="246998" y="80602"/>
                    <a:pt x="269858" y="76792"/>
                  </a:cubicBezTo>
                  <a:cubicBezTo>
                    <a:pt x="288908" y="74252"/>
                    <a:pt x="309228" y="76792"/>
                    <a:pt x="324468" y="84412"/>
                  </a:cubicBezTo>
                  <a:cubicBezTo>
                    <a:pt x="339708" y="93302"/>
                    <a:pt x="354948" y="111082"/>
                    <a:pt x="360028" y="126322"/>
                  </a:cubicBezTo>
                  <a:cubicBezTo>
                    <a:pt x="366378" y="142832"/>
                    <a:pt x="366378" y="166962"/>
                    <a:pt x="358758" y="182202"/>
                  </a:cubicBezTo>
                  <a:cubicBezTo>
                    <a:pt x="352408" y="198712"/>
                    <a:pt x="321928" y="222842"/>
                    <a:pt x="321928" y="222842"/>
                  </a:cubicBezTo>
                </a:path>
              </a:pathLst>
            </a:custGeom>
            <a:solidFill>
              <a:srgbClr val="E7191F"/>
            </a:solidFill>
            <a:ln cap="sq">
              <a:noFill/>
              <a:prstDash val="solid"/>
              <a:miter/>
            </a:ln>
          </p:spPr>
          <p:txBody>
            <a:bodyPr/>
            <a:lstStyle/>
            <a:p>
              <a:endParaRPr lang="en-GB"/>
            </a:p>
          </p:txBody>
        </p:sp>
      </p:grpSp>
      <p:grpSp>
        <p:nvGrpSpPr>
          <p:cNvPr id="26" name="Group 26"/>
          <p:cNvGrpSpPr/>
          <p:nvPr/>
        </p:nvGrpSpPr>
        <p:grpSpPr>
          <a:xfrm>
            <a:off x="10393680" y="4213860"/>
            <a:ext cx="862965" cy="1094423"/>
            <a:chOff x="0" y="0"/>
            <a:chExt cx="1150620" cy="1459230"/>
          </a:xfrm>
        </p:grpSpPr>
        <p:sp>
          <p:nvSpPr>
            <p:cNvPr id="27" name="Freeform 27"/>
            <p:cNvSpPr/>
            <p:nvPr/>
          </p:nvSpPr>
          <p:spPr>
            <a:xfrm>
              <a:off x="48719" y="50800"/>
              <a:ext cx="1053070" cy="1357936"/>
            </a:xfrm>
            <a:custGeom>
              <a:avLst/>
              <a:gdLst/>
              <a:ahLst/>
              <a:cxnLst/>
              <a:rect l="l" t="t" r="r" b="b"/>
              <a:pathLst>
                <a:path w="1053070" h="1357936">
                  <a:moveTo>
                    <a:pt x="734871" y="377190"/>
                  </a:moveTo>
                  <a:cubicBezTo>
                    <a:pt x="510081" y="431800"/>
                    <a:pt x="497381" y="449580"/>
                    <a:pt x="471981" y="459740"/>
                  </a:cubicBezTo>
                  <a:cubicBezTo>
                    <a:pt x="442771" y="472440"/>
                    <a:pt x="408481" y="464820"/>
                    <a:pt x="375461" y="488950"/>
                  </a:cubicBezTo>
                  <a:cubicBezTo>
                    <a:pt x="315771" y="532130"/>
                    <a:pt x="221791" y="695960"/>
                    <a:pt x="193851" y="760730"/>
                  </a:cubicBezTo>
                  <a:cubicBezTo>
                    <a:pt x="179881" y="792480"/>
                    <a:pt x="179881" y="810260"/>
                    <a:pt x="176071" y="838200"/>
                  </a:cubicBezTo>
                  <a:cubicBezTo>
                    <a:pt x="172261" y="869950"/>
                    <a:pt x="168451" y="909320"/>
                    <a:pt x="173531" y="942340"/>
                  </a:cubicBezTo>
                  <a:cubicBezTo>
                    <a:pt x="178611" y="974090"/>
                    <a:pt x="182421" y="1005840"/>
                    <a:pt x="206551" y="1031240"/>
                  </a:cubicBezTo>
                  <a:cubicBezTo>
                    <a:pt x="243381" y="1070610"/>
                    <a:pt x="353871" y="1111250"/>
                    <a:pt x="409751" y="1122680"/>
                  </a:cubicBezTo>
                  <a:cubicBezTo>
                    <a:pt x="446581" y="1130300"/>
                    <a:pt x="475791" y="1115060"/>
                    <a:pt x="506271" y="1122680"/>
                  </a:cubicBezTo>
                  <a:cubicBezTo>
                    <a:pt x="538021" y="1129030"/>
                    <a:pt x="564691" y="1154430"/>
                    <a:pt x="595171" y="1164590"/>
                  </a:cubicBezTo>
                  <a:cubicBezTo>
                    <a:pt x="626921" y="1174750"/>
                    <a:pt x="666291" y="1192530"/>
                    <a:pt x="695501" y="1183640"/>
                  </a:cubicBezTo>
                  <a:cubicBezTo>
                    <a:pt x="727251" y="1173480"/>
                    <a:pt x="761541" y="1129030"/>
                    <a:pt x="778051" y="1099820"/>
                  </a:cubicBezTo>
                  <a:cubicBezTo>
                    <a:pt x="790751" y="1074420"/>
                    <a:pt x="783131" y="1046480"/>
                    <a:pt x="792021" y="1018540"/>
                  </a:cubicBezTo>
                  <a:cubicBezTo>
                    <a:pt x="802181" y="986790"/>
                    <a:pt x="826311" y="957580"/>
                    <a:pt x="839011" y="918210"/>
                  </a:cubicBezTo>
                  <a:cubicBezTo>
                    <a:pt x="855521" y="864870"/>
                    <a:pt x="872031" y="792480"/>
                    <a:pt x="875841" y="726440"/>
                  </a:cubicBezTo>
                  <a:cubicBezTo>
                    <a:pt x="880921" y="659130"/>
                    <a:pt x="879651" y="585470"/>
                    <a:pt x="864411" y="518160"/>
                  </a:cubicBezTo>
                  <a:cubicBezTo>
                    <a:pt x="849171" y="452120"/>
                    <a:pt x="814881" y="378460"/>
                    <a:pt x="784401" y="326390"/>
                  </a:cubicBezTo>
                  <a:cubicBezTo>
                    <a:pt x="760271" y="287020"/>
                    <a:pt x="733601" y="251460"/>
                    <a:pt x="704391" y="228600"/>
                  </a:cubicBezTo>
                  <a:cubicBezTo>
                    <a:pt x="680261" y="209550"/>
                    <a:pt x="657401" y="201930"/>
                    <a:pt x="628191" y="191770"/>
                  </a:cubicBezTo>
                  <a:cubicBezTo>
                    <a:pt x="590091" y="179070"/>
                    <a:pt x="525321" y="182880"/>
                    <a:pt x="496111" y="166370"/>
                  </a:cubicBezTo>
                  <a:cubicBezTo>
                    <a:pt x="477061" y="156210"/>
                    <a:pt x="465631" y="140970"/>
                    <a:pt x="458011" y="124460"/>
                  </a:cubicBezTo>
                  <a:cubicBezTo>
                    <a:pt x="450391" y="107950"/>
                    <a:pt x="449121" y="86360"/>
                    <a:pt x="452931" y="68580"/>
                  </a:cubicBezTo>
                  <a:cubicBezTo>
                    <a:pt x="456741" y="50800"/>
                    <a:pt x="469441" y="31750"/>
                    <a:pt x="482141" y="20320"/>
                  </a:cubicBezTo>
                  <a:cubicBezTo>
                    <a:pt x="496111" y="8890"/>
                    <a:pt x="516431" y="0"/>
                    <a:pt x="535481" y="0"/>
                  </a:cubicBezTo>
                  <a:cubicBezTo>
                    <a:pt x="558341" y="1270"/>
                    <a:pt x="595171" y="19050"/>
                    <a:pt x="610411" y="35560"/>
                  </a:cubicBezTo>
                  <a:cubicBezTo>
                    <a:pt x="621841" y="50800"/>
                    <a:pt x="626921" y="72390"/>
                    <a:pt x="626921" y="90170"/>
                  </a:cubicBezTo>
                  <a:cubicBezTo>
                    <a:pt x="626921" y="107950"/>
                    <a:pt x="621841" y="129540"/>
                    <a:pt x="607871" y="143510"/>
                  </a:cubicBezTo>
                  <a:cubicBezTo>
                    <a:pt x="592631" y="160020"/>
                    <a:pt x="557071" y="179070"/>
                    <a:pt x="532941" y="176530"/>
                  </a:cubicBezTo>
                  <a:cubicBezTo>
                    <a:pt x="508811" y="175260"/>
                    <a:pt x="475791" y="152400"/>
                    <a:pt x="461821" y="133350"/>
                  </a:cubicBezTo>
                  <a:cubicBezTo>
                    <a:pt x="451661" y="118110"/>
                    <a:pt x="449121" y="95250"/>
                    <a:pt x="451661" y="77470"/>
                  </a:cubicBezTo>
                  <a:cubicBezTo>
                    <a:pt x="452931" y="59690"/>
                    <a:pt x="463091" y="39370"/>
                    <a:pt x="475791" y="26670"/>
                  </a:cubicBezTo>
                  <a:cubicBezTo>
                    <a:pt x="488491" y="13970"/>
                    <a:pt x="503731" y="3810"/>
                    <a:pt x="525321" y="1270"/>
                  </a:cubicBezTo>
                  <a:cubicBezTo>
                    <a:pt x="564691" y="-3810"/>
                    <a:pt x="645971" y="16510"/>
                    <a:pt x="691691" y="33020"/>
                  </a:cubicBezTo>
                  <a:cubicBezTo>
                    <a:pt x="727251" y="44450"/>
                    <a:pt x="750111" y="58420"/>
                    <a:pt x="779321" y="77470"/>
                  </a:cubicBezTo>
                  <a:cubicBezTo>
                    <a:pt x="813611" y="99060"/>
                    <a:pt x="852981" y="121920"/>
                    <a:pt x="884731" y="158750"/>
                  </a:cubicBezTo>
                  <a:cubicBezTo>
                    <a:pt x="925371" y="207010"/>
                    <a:pt x="964741" y="289560"/>
                    <a:pt x="990141" y="353060"/>
                  </a:cubicBezTo>
                  <a:cubicBezTo>
                    <a:pt x="1014271" y="410210"/>
                    <a:pt x="1029511" y="462280"/>
                    <a:pt x="1039671" y="523240"/>
                  </a:cubicBezTo>
                  <a:cubicBezTo>
                    <a:pt x="1051101" y="593090"/>
                    <a:pt x="1056181" y="676910"/>
                    <a:pt x="1051101" y="748030"/>
                  </a:cubicBezTo>
                  <a:cubicBezTo>
                    <a:pt x="1044751" y="814070"/>
                    <a:pt x="1029511" y="869950"/>
                    <a:pt x="1010461" y="933450"/>
                  </a:cubicBezTo>
                  <a:cubicBezTo>
                    <a:pt x="988871" y="1003300"/>
                    <a:pt x="957121" y="1085850"/>
                    <a:pt x="924101" y="1149350"/>
                  </a:cubicBezTo>
                  <a:cubicBezTo>
                    <a:pt x="894891" y="1206500"/>
                    <a:pt x="865681" y="1266190"/>
                    <a:pt x="826311" y="1301750"/>
                  </a:cubicBezTo>
                  <a:cubicBezTo>
                    <a:pt x="793291" y="1330960"/>
                    <a:pt x="762811" y="1350010"/>
                    <a:pt x="712011" y="1356360"/>
                  </a:cubicBezTo>
                  <a:cubicBezTo>
                    <a:pt x="625651" y="1367790"/>
                    <a:pt x="445311" y="1314450"/>
                    <a:pt x="342441" y="1280160"/>
                  </a:cubicBezTo>
                  <a:cubicBezTo>
                    <a:pt x="264971" y="1254760"/>
                    <a:pt x="192581" y="1220470"/>
                    <a:pt x="144321" y="1189990"/>
                  </a:cubicBezTo>
                  <a:cubicBezTo>
                    <a:pt x="112571" y="1170940"/>
                    <a:pt x="90981" y="1154430"/>
                    <a:pt x="70661" y="1130300"/>
                  </a:cubicBezTo>
                  <a:cubicBezTo>
                    <a:pt x="50341" y="1106170"/>
                    <a:pt x="32561" y="1075690"/>
                    <a:pt x="21131" y="1045210"/>
                  </a:cubicBezTo>
                  <a:cubicBezTo>
                    <a:pt x="9701" y="1013460"/>
                    <a:pt x="5891" y="976630"/>
                    <a:pt x="2081" y="941070"/>
                  </a:cubicBezTo>
                  <a:cubicBezTo>
                    <a:pt x="-459" y="906780"/>
                    <a:pt x="-1729" y="875030"/>
                    <a:pt x="4621" y="834390"/>
                  </a:cubicBezTo>
                  <a:cubicBezTo>
                    <a:pt x="14781" y="779780"/>
                    <a:pt x="42721" y="702310"/>
                    <a:pt x="71931" y="642620"/>
                  </a:cubicBezTo>
                  <a:cubicBezTo>
                    <a:pt x="102411" y="581660"/>
                    <a:pt x="144321" y="523240"/>
                    <a:pt x="183691" y="473710"/>
                  </a:cubicBezTo>
                  <a:cubicBezTo>
                    <a:pt x="219251" y="429260"/>
                    <a:pt x="245921" y="389890"/>
                    <a:pt x="294181" y="356870"/>
                  </a:cubicBezTo>
                  <a:cubicBezTo>
                    <a:pt x="353871" y="316230"/>
                    <a:pt x="449121" y="287020"/>
                    <a:pt x="524051" y="265430"/>
                  </a:cubicBezTo>
                  <a:cubicBezTo>
                    <a:pt x="591361" y="245110"/>
                    <a:pt x="680261" y="218440"/>
                    <a:pt x="723441" y="226060"/>
                  </a:cubicBezTo>
                  <a:cubicBezTo>
                    <a:pt x="745031" y="229870"/>
                    <a:pt x="760271" y="240030"/>
                    <a:pt x="771701" y="254000"/>
                  </a:cubicBezTo>
                  <a:cubicBezTo>
                    <a:pt x="781861" y="266700"/>
                    <a:pt x="789481" y="289560"/>
                    <a:pt x="788211" y="306070"/>
                  </a:cubicBezTo>
                  <a:cubicBezTo>
                    <a:pt x="788211" y="323850"/>
                    <a:pt x="776781" y="345440"/>
                    <a:pt x="766621" y="358140"/>
                  </a:cubicBezTo>
                  <a:cubicBezTo>
                    <a:pt x="759001" y="367030"/>
                    <a:pt x="734871" y="377190"/>
                    <a:pt x="734871" y="377190"/>
                  </a:cubicBezTo>
                </a:path>
              </a:pathLst>
            </a:custGeom>
            <a:solidFill>
              <a:srgbClr val="E7191F"/>
            </a:solidFill>
            <a:ln cap="sq">
              <a:noFill/>
              <a:prstDash val="solid"/>
              <a:miter/>
            </a:ln>
          </p:spPr>
          <p:txBody>
            <a:bodyPr/>
            <a:lstStyle/>
            <a:p>
              <a:endParaRPr lang="en-GB"/>
            </a:p>
          </p:txBody>
        </p:sp>
      </p:grpSp>
      <p:grpSp>
        <p:nvGrpSpPr>
          <p:cNvPr id="28" name="Group 28"/>
          <p:cNvGrpSpPr/>
          <p:nvPr/>
        </p:nvGrpSpPr>
        <p:grpSpPr>
          <a:xfrm>
            <a:off x="11216640" y="4182428"/>
            <a:ext cx="802005" cy="1093470"/>
            <a:chOff x="0" y="0"/>
            <a:chExt cx="1069340" cy="1457960"/>
          </a:xfrm>
        </p:grpSpPr>
        <p:sp>
          <p:nvSpPr>
            <p:cNvPr id="29" name="Freeform 29"/>
            <p:cNvSpPr/>
            <p:nvPr/>
          </p:nvSpPr>
          <p:spPr>
            <a:xfrm>
              <a:off x="44106" y="50584"/>
              <a:ext cx="975245" cy="1359635"/>
            </a:xfrm>
            <a:custGeom>
              <a:avLst/>
              <a:gdLst/>
              <a:ahLst/>
              <a:cxnLst/>
              <a:rect l="l" t="t" r="r" b="b"/>
              <a:pathLst>
                <a:path w="975245" h="1359635">
                  <a:moveTo>
                    <a:pt x="484214" y="374866"/>
                  </a:moveTo>
                  <a:cubicBezTo>
                    <a:pt x="211164" y="510756"/>
                    <a:pt x="184494" y="517106"/>
                    <a:pt x="170524" y="552666"/>
                  </a:cubicBezTo>
                  <a:cubicBezTo>
                    <a:pt x="141314" y="621246"/>
                    <a:pt x="178144" y="835876"/>
                    <a:pt x="195924" y="917156"/>
                  </a:cubicBezTo>
                  <a:cubicBezTo>
                    <a:pt x="206084" y="960336"/>
                    <a:pt x="214974" y="980656"/>
                    <a:pt x="232754" y="1014946"/>
                  </a:cubicBezTo>
                  <a:cubicBezTo>
                    <a:pt x="256884" y="1056856"/>
                    <a:pt x="286094" y="1117816"/>
                    <a:pt x="331814" y="1149566"/>
                  </a:cubicBezTo>
                  <a:cubicBezTo>
                    <a:pt x="382614" y="1183856"/>
                    <a:pt x="480404" y="1201636"/>
                    <a:pt x="532474" y="1201636"/>
                  </a:cubicBezTo>
                  <a:cubicBezTo>
                    <a:pt x="564224" y="1201636"/>
                    <a:pt x="587084" y="1191476"/>
                    <a:pt x="611214" y="1180046"/>
                  </a:cubicBezTo>
                  <a:cubicBezTo>
                    <a:pt x="635344" y="1168616"/>
                    <a:pt x="656934" y="1158456"/>
                    <a:pt x="678524" y="1134326"/>
                  </a:cubicBezTo>
                  <a:cubicBezTo>
                    <a:pt x="714084" y="1093686"/>
                    <a:pt x="757264" y="995896"/>
                    <a:pt x="777584" y="938746"/>
                  </a:cubicBezTo>
                  <a:cubicBezTo>
                    <a:pt x="790284" y="899376"/>
                    <a:pt x="795364" y="875246"/>
                    <a:pt x="797904" y="834606"/>
                  </a:cubicBezTo>
                  <a:cubicBezTo>
                    <a:pt x="800444" y="779996"/>
                    <a:pt x="791554" y="694906"/>
                    <a:pt x="778854" y="641566"/>
                  </a:cubicBezTo>
                  <a:cubicBezTo>
                    <a:pt x="769964" y="602196"/>
                    <a:pt x="767424" y="581876"/>
                    <a:pt x="742024" y="541236"/>
                  </a:cubicBezTo>
                  <a:cubicBezTo>
                    <a:pt x="686144" y="452336"/>
                    <a:pt x="460084" y="199606"/>
                    <a:pt x="391504" y="170396"/>
                  </a:cubicBezTo>
                  <a:cubicBezTo>
                    <a:pt x="369914" y="161506"/>
                    <a:pt x="355944" y="175476"/>
                    <a:pt x="340704" y="170396"/>
                  </a:cubicBezTo>
                  <a:cubicBezTo>
                    <a:pt x="324194" y="165316"/>
                    <a:pt x="306414" y="151346"/>
                    <a:pt x="296254" y="136106"/>
                  </a:cubicBezTo>
                  <a:cubicBezTo>
                    <a:pt x="286094" y="122136"/>
                    <a:pt x="278474" y="100546"/>
                    <a:pt x="282284" y="82766"/>
                  </a:cubicBezTo>
                  <a:cubicBezTo>
                    <a:pt x="284824" y="59906"/>
                    <a:pt x="306414" y="25616"/>
                    <a:pt x="324194" y="12916"/>
                  </a:cubicBezTo>
                  <a:cubicBezTo>
                    <a:pt x="339434" y="1486"/>
                    <a:pt x="362294" y="-1054"/>
                    <a:pt x="378804" y="1486"/>
                  </a:cubicBezTo>
                  <a:cubicBezTo>
                    <a:pt x="396584" y="2756"/>
                    <a:pt x="416904" y="10376"/>
                    <a:pt x="429604" y="24346"/>
                  </a:cubicBezTo>
                  <a:cubicBezTo>
                    <a:pt x="444844" y="42126"/>
                    <a:pt x="460084" y="78956"/>
                    <a:pt x="455004" y="103086"/>
                  </a:cubicBezTo>
                  <a:cubicBezTo>
                    <a:pt x="451194" y="125946"/>
                    <a:pt x="427064" y="157696"/>
                    <a:pt x="405474" y="167856"/>
                  </a:cubicBezTo>
                  <a:cubicBezTo>
                    <a:pt x="383884" y="178016"/>
                    <a:pt x="344514" y="175476"/>
                    <a:pt x="322924" y="162776"/>
                  </a:cubicBezTo>
                  <a:cubicBezTo>
                    <a:pt x="302604" y="150076"/>
                    <a:pt x="284824" y="114516"/>
                    <a:pt x="282284" y="91656"/>
                  </a:cubicBezTo>
                  <a:cubicBezTo>
                    <a:pt x="279744" y="73876"/>
                    <a:pt x="284824" y="52286"/>
                    <a:pt x="297524" y="38316"/>
                  </a:cubicBezTo>
                  <a:cubicBezTo>
                    <a:pt x="311494" y="20536"/>
                    <a:pt x="341974" y="2756"/>
                    <a:pt x="369914" y="216"/>
                  </a:cubicBezTo>
                  <a:cubicBezTo>
                    <a:pt x="402934" y="-2324"/>
                    <a:pt x="447384" y="17996"/>
                    <a:pt x="485484" y="38316"/>
                  </a:cubicBezTo>
                  <a:cubicBezTo>
                    <a:pt x="531204" y="61176"/>
                    <a:pt x="579464" y="99276"/>
                    <a:pt x="620104" y="137376"/>
                  </a:cubicBezTo>
                  <a:cubicBezTo>
                    <a:pt x="662014" y="175476"/>
                    <a:pt x="702654" y="226276"/>
                    <a:pt x="731864" y="268186"/>
                  </a:cubicBezTo>
                  <a:cubicBezTo>
                    <a:pt x="755994" y="299936"/>
                    <a:pt x="764884" y="332956"/>
                    <a:pt x="787744" y="360896"/>
                  </a:cubicBezTo>
                  <a:cubicBezTo>
                    <a:pt x="813144" y="388836"/>
                    <a:pt x="853784" y="407886"/>
                    <a:pt x="879184" y="437096"/>
                  </a:cubicBezTo>
                  <a:cubicBezTo>
                    <a:pt x="902044" y="466306"/>
                    <a:pt x="918554" y="494246"/>
                    <a:pt x="933794" y="534886"/>
                  </a:cubicBezTo>
                  <a:cubicBezTo>
                    <a:pt x="954114" y="590766"/>
                    <a:pt x="968084" y="691096"/>
                    <a:pt x="973164" y="748246"/>
                  </a:cubicBezTo>
                  <a:cubicBezTo>
                    <a:pt x="975704" y="786346"/>
                    <a:pt x="976974" y="804126"/>
                    <a:pt x="970624" y="843496"/>
                  </a:cubicBezTo>
                  <a:cubicBezTo>
                    <a:pt x="959194" y="910806"/>
                    <a:pt x="921094" y="1041616"/>
                    <a:pt x="888074" y="1116546"/>
                  </a:cubicBezTo>
                  <a:cubicBezTo>
                    <a:pt x="862674" y="1173696"/>
                    <a:pt x="833464" y="1221956"/>
                    <a:pt x="801714" y="1258786"/>
                  </a:cubicBezTo>
                  <a:cubicBezTo>
                    <a:pt x="777584" y="1287996"/>
                    <a:pt x="753454" y="1310856"/>
                    <a:pt x="724244" y="1327366"/>
                  </a:cubicBezTo>
                  <a:cubicBezTo>
                    <a:pt x="696304" y="1342606"/>
                    <a:pt x="668364" y="1351496"/>
                    <a:pt x="632804" y="1356576"/>
                  </a:cubicBezTo>
                  <a:cubicBezTo>
                    <a:pt x="584544" y="1362926"/>
                    <a:pt x="515964" y="1359116"/>
                    <a:pt x="458814" y="1347686"/>
                  </a:cubicBezTo>
                  <a:cubicBezTo>
                    <a:pt x="400394" y="1336256"/>
                    <a:pt x="340704" y="1315936"/>
                    <a:pt x="287364" y="1285456"/>
                  </a:cubicBezTo>
                  <a:cubicBezTo>
                    <a:pt x="228944" y="1251166"/>
                    <a:pt x="164174" y="1194016"/>
                    <a:pt x="126074" y="1148296"/>
                  </a:cubicBezTo>
                  <a:cubicBezTo>
                    <a:pt x="96864" y="1111466"/>
                    <a:pt x="81624" y="1077176"/>
                    <a:pt x="65114" y="1039076"/>
                  </a:cubicBezTo>
                  <a:cubicBezTo>
                    <a:pt x="48604" y="1002246"/>
                    <a:pt x="32094" y="961606"/>
                    <a:pt x="27014" y="924776"/>
                  </a:cubicBezTo>
                  <a:cubicBezTo>
                    <a:pt x="21934" y="889216"/>
                    <a:pt x="33364" y="853656"/>
                    <a:pt x="28284" y="820636"/>
                  </a:cubicBezTo>
                  <a:cubicBezTo>
                    <a:pt x="25744" y="791426"/>
                    <a:pt x="10504" y="769836"/>
                    <a:pt x="6694" y="736816"/>
                  </a:cubicBezTo>
                  <a:cubicBezTo>
                    <a:pt x="344" y="687286"/>
                    <a:pt x="-6006" y="608546"/>
                    <a:pt x="10504" y="551396"/>
                  </a:cubicBezTo>
                  <a:cubicBezTo>
                    <a:pt x="25744" y="495516"/>
                    <a:pt x="60034" y="439636"/>
                    <a:pt x="100674" y="397726"/>
                  </a:cubicBezTo>
                  <a:cubicBezTo>
                    <a:pt x="142584" y="354546"/>
                    <a:pt x="206084" y="329146"/>
                    <a:pt x="261964" y="301206"/>
                  </a:cubicBezTo>
                  <a:cubicBezTo>
                    <a:pt x="320384" y="271996"/>
                    <a:pt x="400394" y="228816"/>
                    <a:pt x="443574" y="225006"/>
                  </a:cubicBezTo>
                  <a:cubicBezTo>
                    <a:pt x="467704" y="222466"/>
                    <a:pt x="484214" y="227546"/>
                    <a:pt x="498184" y="237706"/>
                  </a:cubicBezTo>
                  <a:cubicBezTo>
                    <a:pt x="513424" y="246596"/>
                    <a:pt x="526124" y="265646"/>
                    <a:pt x="531204" y="282156"/>
                  </a:cubicBezTo>
                  <a:cubicBezTo>
                    <a:pt x="535014" y="298666"/>
                    <a:pt x="532474" y="322796"/>
                    <a:pt x="524854" y="338036"/>
                  </a:cubicBezTo>
                  <a:cubicBezTo>
                    <a:pt x="517234" y="353276"/>
                    <a:pt x="484214" y="374866"/>
                    <a:pt x="484214" y="374866"/>
                  </a:cubicBezTo>
                </a:path>
              </a:pathLst>
            </a:custGeom>
            <a:solidFill>
              <a:srgbClr val="E7191F"/>
            </a:solidFill>
            <a:ln cap="sq">
              <a:noFill/>
              <a:prstDash val="solid"/>
              <a:miter/>
            </a:ln>
          </p:spPr>
          <p:txBody>
            <a:bodyPr/>
            <a:lstStyle/>
            <a:p>
              <a:endParaRPr lang="en-GB"/>
            </a:p>
          </p:txBody>
        </p:sp>
      </p:grpSp>
      <p:grpSp>
        <p:nvGrpSpPr>
          <p:cNvPr id="30" name="Group 30"/>
          <p:cNvGrpSpPr/>
          <p:nvPr/>
        </p:nvGrpSpPr>
        <p:grpSpPr>
          <a:xfrm>
            <a:off x="14097952" y="4359592"/>
            <a:ext cx="817245" cy="980123"/>
            <a:chOff x="0" y="0"/>
            <a:chExt cx="1089660" cy="1306830"/>
          </a:xfrm>
        </p:grpSpPr>
        <p:sp>
          <p:nvSpPr>
            <p:cNvPr id="31" name="Freeform 31"/>
            <p:cNvSpPr/>
            <p:nvPr/>
          </p:nvSpPr>
          <p:spPr>
            <a:xfrm>
              <a:off x="39825" y="49415"/>
              <a:ext cx="1002527" cy="1208086"/>
            </a:xfrm>
            <a:custGeom>
              <a:avLst/>
              <a:gdLst/>
              <a:ahLst/>
              <a:cxnLst/>
              <a:rect l="l" t="t" r="r" b="b"/>
              <a:pathLst>
                <a:path w="1002527" h="1208086">
                  <a:moveTo>
                    <a:pt x="358955" y="235065"/>
                  </a:moveTo>
                  <a:cubicBezTo>
                    <a:pt x="181155" y="405245"/>
                    <a:pt x="181155" y="424295"/>
                    <a:pt x="176075" y="459855"/>
                  </a:cubicBezTo>
                  <a:cubicBezTo>
                    <a:pt x="168455" y="524625"/>
                    <a:pt x="167185" y="655435"/>
                    <a:pt x="178615" y="732905"/>
                  </a:cubicBezTo>
                  <a:cubicBezTo>
                    <a:pt x="187505" y="792595"/>
                    <a:pt x="196395" y="845935"/>
                    <a:pt x="226875" y="889115"/>
                  </a:cubicBezTo>
                  <a:cubicBezTo>
                    <a:pt x="258625" y="933565"/>
                    <a:pt x="315775" y="972935"/>
                    <a:pt x="369115" y="995795"/>
                  </a:cubicBezTo>
                  <a:cubicBezTo>
                    <a:pt x="424995" y="1021195"/>
                    <a:pt x="506275" y="1032625"/>
                    <a:pt x="553265" y="1031355"/>
                  </a:cubicBezTo>
                  <a:cubicBezTo>
                    <a:pt x="583745" y="1030085"/>
                    <a:pt x="601525" y="1026275"/>
                    <a:pt x="628195" y="1012305"/>
                  </a:cubicBezTo>
                  <a:cubicBezTo>
                    <a:pt x="665025" y="991985"/>
                    <a:pt x="713285" y="939915"/>
                    <a:pt x="745035" y="904355"/>
                  </a:cubicBezTo>
                  <a:cubicBezTo>
                    <a:pt x="770435" y="875145"/>
                    <a:pt x="793295" y="854825"/>
                    <a:pt x="805995" y="819265"/>
                  </a:cubicBezTo>
                  <a:cubicBezTo>
                    <a:pt x="823775" y="773545"/>
                    <a:pt x="830125" y="693535"/>
                    <a:pt x="823775" y="647815"/>
                  </a:cubicBezTo>
                  <a:cubicBezTo>
                    <a:pt x="818695" y="614795"/>
                    <a:pt x="803455" y="593205"/>
                    <a:pt x="788215" y="566535"/>
                  </a:cubicBezTo>
                  <a:cubicBezTo>
                    <a:pt x="771705" y="539865"/>
                    <a:pt x="755195" y="519545"/>
                    <a:pt x="728525" y="487795"/>
                  </a:cubicBezTo>
                  <a:cubicBezTo>
                    <a:pt x="680265" y="433185"/>
                    <a:pt x="600255" y="327775"/>
                    <a:pt x="520245" y="271895"/>
                  </a:cubicBezTo>
                  <a:cubicBezTo>
                    <a:pt x="440235" y="216015"/>
                    <a:pt x="289105" y="198235"/>
                    <a:pt x="248465" y="151245"/>
                  </a:cubicBezTo>
                  <a:cubicBezTo>
                    <a:pt x="225605" y="127115"/>
                    <a:pt x="220525" y="95365"/>
                    <a:pt x="223065" y="73775"/>
                  </a:cubicBezTo>
                  <a:cubicBezTo>
                    <a:pt x="224335" y="54725"/>
                    <a:pt x="235765" y="35675"/>
                    <a:pt x="249735" y="24245"/>
                  </a:cubicBezTo>
                  <a:cubicBezTo>
                    <a:pt x="267515" y="10275"/>
                    <a:pt x="306885" y="-2425"/>
                    <a:pt x="329745" y="3925"/>
                  </a:cubicBezTo>
                  <a:cubicBezTo>
                    <a:pt x="353875" y="9005"/>
                    <a:pt x="381815" y="36945"/>
                    <a:pt x="391975" y="57265"/>
                  </a:cubicBezTo>
                  <a:cubicBezTo>
                    <a:pt x="399595" y="75045"/>
                    <a:pt x="398325" y="96635"/>
                    <a:pt x="393245" y="114415"/>
                  </a:cubicBezTo>
                  <a:cubicBezTo>
                    <a:pt x="389435" y="130925"/>
                    <a:pt x="378005" y="149975"/>
                    <a:pt x="361495" y="160135"/>
                  </a:cubicBezTo>
                  <a:cubicBezTo>
                    <a:pt x="342445" y="171565"/>
                    <a:pt x="301805" y="177915"/>
                    <a:pt x="280215" y="171565"/>
                  </a:cubicBezTo>
                  <a:cubicBezTo>
                    <a:pt x="261165" y="166485"/>
                    <a:pt x="245925" y="152515"/>
                    <a:pt x="235765" y="137275"/>
                  </a:cubicBezTo>
                  <a:cubicBezTo>
                    <a:pt x="225605" y="122035"/>
                    <a:pt x="220525" y="100445"/>
                    <a:pt x="221795" y="82665"/>
                  </a:cubicBezTo>
                  <a:cubicBezTo>
                    <a:pt x="223065" y="64885"/>
                    <a:pt x="231955" y="44565"/>
                    <a:pt x="243385" y="30595"/>
                  </a:cubicBezTo>
                  <a:cubicBezTo>
                    <a:pt x="254815" y="17895"/>
                    <a:pt x="277675" y="6465"/>
                    <a:pt x="291645" y="2655"/>
                  </a:cubicBezTo>
                  <a:cubicBezTo>
                    <a:pt x="301805" y="115"/>
                    <a:pt x="306885" y="-1155"/>
                    <a:pt x="320855" y="1385"/>
                  </a:cubicBezTo>
                  <a:cubicBezTo>
                    <a:pt x="361495" y="9005"/>
                    <a:pt x="497385" y="61075"/>
                    <a:pt x="555805" y="91555"/>
                  </a:cubicBezTo>
                  <a:cubicBezTo>
                    <a:pt x="593905" y="111875"/>
                    <a:pt x="611685" y="124575"/>
                    <a:pt x="645975" y="152515"/>
                  </a:cubicBezTo>
                  <a:cubicBezTo>
                    <a:pt x="701855" y="198235"/>
                    <a:pt x="789485" y="292215"/>
                    <a:pt x="845365" y="355715"/>
                  </a:cubicBezTo>
                  <a:cubicBezTo>
                    <a:pt x="889815" y="407785"/>
                    <a:pt x="932995" y="452235"/>
                    <a:pt x="958395" y="505575"/>
                  </a:cubicBezTo>
                  <a:cubicBezTo>
                    <a:pt x="982525" y="556375"/>
                    <a:pt x="992685" y="619875"/>
                    <a:pt x="999035" y="668135"/>
                  </a:cubicBezTo>
                  <a:cubicBezTo>
                    <a:pt x="1002845" y="704965"/>
                    <a:pt x="1005385" y="729095"/>
                    <a:pt x="996495" y="765925"/>
                  </a:cubicBezTo>
                  <a:cubicBezTo>
                    <a:pt x="982525" y="824345"/>
                    <a:pt x="930455" y="922135"/>
                    <a:pt x="899975" y="974205"/>
                  </a:cubicBezTo>
                  <a:cubicBezTo>
                    <a:pt x="880925" y="1008495"/>
                    <a:pt x="866955" y="1030085"/>
                    <a:pt x="842825" y="1055485"/>
                  </a:cubicBezTo>
                  <a:cubicBezTo>
                    <a:pt x="817425" y="1084695"/>
                    <a:pt x="789485" y="1113905"/>
                    <a:pt x="750115" y="1138035"/>
                  </a:cubicBezTo>
                  <a:cubicBezTo>
                    <a:pt x="698045" y="1167245"/>
                    <a:pt x="602795" y="1200265"/>
                    <a:pt x="549455" y="1206615"/>
                  </a:cubicBezTo>
                  <a:cubicBezTo>
                    <a:pt x="515165" y="1210425"/>
                    <a:pt x="489765" y="1206615"/>
                    <a:pt x="463095" y="1197725"/>
                  </a:cubicBezTo>
                  <a:cubicBezTo>
                    <a:pt x="437695" y="1190105"/>
                    <a:pt x="418645" y="1168515"/>
                    <a:pt x="393245" y="1160895"/>
                  </a:cubicBezTo>
                  <a:cubicBezTo>
                    <a:pt x="366575" y="1153275"/>
                    <a:pt x="339905" y="1162165"/>
                    <a:pt x="306885" y="1152005"/>
                  </a:cubicBezTo>
                  <a:cubicBezTo>
                    <a:pt x="256085" y="1135495"/>
                    <a:pt x="165915" y="1083425"/>
                    <a:pt x="126545" y="1047865"/>
                  </a:cubicBezTo>
                  <a:cubicBezTo>
                    <a:pt x="102415" y="1025005"/>
                    <a:pt x="93525" y="1008495"/>
                    <a:pt x="78285" y="978015"/>
                  </a:cubicBezTo>
                  <a:cubicBezTo>
                    <a:pt x="57965" y="933565"/>
                    <a:pt x="38915" y="852285"/>
                    <a:pt x="27485" y="797675"/>
                  </a:cubicBezTo>
                  <a:cubicBezTo>
                    <a:pt x="18595" y="751955"/>
                    <a:pt x="13515" y="724015"/>
                    <a:pt x="10975" y="671945"/>
                  </a:cubicBezTo>
                  <a:cubicBezTo>
                    <a:pt x="7165" y="585585"/>
                    <a:pt x="-19505" y="420485"/>
                    <a:pt x="27485" y="323965"/>
                  </a:cubicBezTo>
                  <a:cubicBezTo>
                    <a:pt x="74475" y="228715"/>
                    <a:pt x="235765" y="115685"/>
                    <a:pt x="292915" y="99175"/>
                  </a:cubicBezTo>
                  <a:cubicBezTo>
                    <a:pt x="315775" y="91555"/>
                    <a:pt x="332285" y="99175"/>
                    <a:pt x="347525" y="106795"/>
                  </a:cubicBezTo>
                  <a:cubicBezTo>
                    <a:pt x="362765" y="115685"/>
                    <a:pt x="378005" y="133465"/>
                    <a:pt x="383085" y="149975"/>
                  </a:cubicBezTo>
                  <a:cubicBezTo>
                    <a:pt x="388165" y="165215"/>
                    <a:pt x="386895" y="189345"/>
                    <a:pt x="381815" y="204585"/>
                  </a:cubicBezTo>
                  <a:cubicBezTo>
                    <a:pt x="376735" y="217285"/>
                    <a:pt x="358955" y="235065"/>
                    <a:pt x="358955" y="235065"/>
                  </a:cubicBezTo>
                </a:path>
              </a:pathLst>
            </a:custGeom>
            <a:solidFill>
              <a:srgbClr val="E7191F"/>
            </a:solidFill>
            <a:ln cap="sq">
              <a:noFill/>
              <a:prstDash val="solid"/>
              <a:miter/>
            </a:ln>
          </p:spPr>
          <p:txBody>
            <a:bodyPr/>
            <a:lstStyle/>
            <a:p>
              <a:endParaRPr lang="en-GB"/>
            </a:p>
          </p:txBody>
        </p:sp>
      </p:grpSp>
      <p:grpSp>
        <p:nvGrpSpPr>
          <p:cNvPr id="32" name="Group 32"/>
          <p:cNvGrpSpPr/>
          <p:nvPr/>
        </p:nvGrpSpPr>
        <p:grpSpPr>
          <a:xfrm>
            <a:off x="13381673" y="3722370"/>
            <a:ext cx="858202" cy="828675"/>
            <a:chOff x="0" y="0"/>
            <a:chExt cx="1144270" cy="1104900"/>
          </a:xfrm>
        </p:grpSpPr>
        <p:sp>
          <p:nvSpPr>
            <p:cNvPr id="33" name="Freeform 33"/>
            <p:cNvSpPr/>
            <p:nvPr/>
          </p:nvSpPr>
          <p:spPr>
            <a:xfrm>
              <a:off x="48305" y="50800"/>
              <a:ext cx="1046301" cy="1003585"/>
            </a:xfrm>
            <a:custGeom>
              <a:avLst/>
              <a:gdLst/>
              <a:ahLst/>
              <a:cxnLst/>
              <a:rect l="l" t="t" r="r" b="b"/>
              <a:pathLst>
                <a:path w="1046301" h="1003585">
                  <a:moveTo>
                    <a:pt x="74885" y="0"/>
                  </a:moveTo>
                  <a:cubicBezTo>
                    <a:pt x="286975" y="21590"/>
                    <a:pt x="313645" y="50800"/>
                    <a:pt x="335235" y="74930"/>
                  </a:cubicBezTo>
                  <a:cubicBezTo>
                    <a:pt x="355555" y="95250"/>
                    <a:pt x="365715" y="113030"/>
                    <a:pt x="382225" y="140970"/>
                  </a:cubicBezTo>
                  <a:cubicBezTo>
                    <a:pt x="406355" y="182880"/>
                    <a:pt x="440645" y="252730"/>
                    <a:pt x="457155" y="309880"/>
                  </a:cubicBezTo>
                  <a:cubicBezTo>
                    <a:pt x="473665" y="363220"/>
                    <a:pt x="477475" y="405130"/>
                    <a:pt x="482555" y="468630"/>
                  </a:cubicBezTo>
                  <a:cubicBezTo>
                    <a:pt x="490175" y="561340"/>
                    <a:pt x="497795" y="760730"/>
                    <a:pt x="485095" y="814070"/>
                  </a:cubicBezTo>
                  <a:cubicBezTo>
                    <a:pt x="480015" y="830580"/>
                    <a:pt x="466045" y="835660"/>
                    <a:pt x="467315" y="845820"/>
                  </a:cubicBezTo>
                  <a:cubicBezTo>
                    <a:pt x="468585" y="857250"/>
                    <a:pt x="487635" y="866140"/>
                    <a:pt x="493985" y="877570"/>
                  </a:cubicBezTo>
                  <a:cubicBezTo>
                    <a:pt x="500335" y="890270"/>
                    <a:pt x="504145" y="904240"/>
                    <a:pt x="502875" y="919480"/>
                  </a:cubicBezTo>
                  <a:cubicBezTo>
                    <a:pt x="500335" y="937260"/>
                    <a:pt x="491445" y="962660"/>
                    <a:pt x="478745" y="976630"/>
                  </a:cubicBezTo>
                  <a:cubicBezTo>
                    <a:pt x="464775" y="990600"/>
                    <a:pt x="441915" y="1002030"/>
                    <a:pt x="422865" y="1003300"/>
                  </a:cubicBezTo>
                  <a:cubicBezTo>
                    <a:pt x="403815" y="1004570"/>
                    <a:pt x="379685" y="1002030"/>
                    <a:pt x="363175" y="986790"/>
                  </a:cubicBezTo>
                  <a:cubicBezTo>
                    <a:pt x="335235" y="958850"/>
                    <a:pt x="321265" y="880110"/>
                    <a:pt x="312375" y="815340"/>
                  </a:cubicBezTo>
                  <a:cubicBezTo>
                    <a:pt x="299675" y="736600"/>
                    <a:pt x="294595" y="628650"/>
                    <a:pt x="309835" y="544830"/>
                  </a:cubicBezTo>
                  <a:cubicBezTo>
                    <a:pt x="322535" y="469900"/>
                    <a:pt x="347935" y="394970"/>
                    <a:pt x="384765" y="336550"/>
                  </a:cubicBezTo>
                  <a:cubicBezTo>
                    <a:pt x="419055" y="280670"/>
                    <a:pt x="478745" y="229870"/>
                    <a:pt x="520655" y="195580"/>
                  </a:cubicBezTo>
                  <a:cubicBezTo>
                    <a:pt x="549865" y="172720"/>
                    <a:pt x="571455" y="157480"/>
                    <a:pt x="600665" y="144780"/>
                  </a:cubicBezTo>
                  <a:cubicBezTo>
                    <a:pt x="631145" y="132080"/>
                    <a:pt x="661625" y="124460"/>
                    <a:pt x="699725" y="119380"/>
                  </a:cubicBezTo>
                  <a:cubicBezTo>
                    <a:pt x="749255" y="111760"/>
                    <a:pt x="825455" y="114300"/>
                    <a:pt x="874985" y="118110"/>
                  </a:cubicBezTo>
                  <a:cubicBezTo>
                    <a:pt x="911815" y="120650"/>
                    <a:pt x="942295" y="116840"/>
                    <a:pt x="968965" y="132080"/>
                  </a:cubicBezTo>
                  <a:cubicBezTo>
                    <a:pt x="999445" y="151130"/>
                    <a:pt x="1033735" y="207010"/>
                    <a:pt x="1042625" y="231140"/>
                  </a:cubicBezTo>
                  <a:cubicBezTo>
                    <a:pt x="1047705" y="242570"/>
                    <a:pt x="1046435" y="248920"/>
                    <a:pt x="1045165" y="260350"/>
                  </a:cubicBezTo>
                  <a:cubicBezTo>
                    <a:pt x="1041355" y="275590"/>
                    <a:pt x="1035005" y="298450"/>
                    <a:pt x="1021035" y="312420"/>
                  </a:cubicBezTo>
                  <a:cubicBezTo>
                    <a:pt x="1003255" y="327660"/>
                    <a:pt x="963885" y="340360"/>
                    <a:pt x="941025" y="339090"/>
                  </a:cubicBezTo>
                  <a:cubicBezTo>
                    <a:pt x="921975" y="336550"/>
                    <a:pt x="902925" y="325120"/>
                    <a:pt x="890225" y="312420"/>
                  </a:cubicBezTo>
                  <a:cubicBezTo>
                    <a:pt x="877525" y="298450"/>
                    <a:pt x="867365" y="279400"/>
                    <a:pt x="866095" y="260350"/>
                  </a:cubicBezTo>
                  <a:cubicBezTo>
                    <a:pt x="866095" y="236220"/>
                    <a:pt x="878795" y="198120"/>
                    <a:pt x="897845" y="181610"/>
                  </a:cubicBezTo>
                  <a:cubicBezTo>
                    <a:pt x="916895" y="166370"/>
                    <a:pt x="956265" y="157480"/>
                    <a:pt x="979125" y="163830"/>
                  </a:cubicBezTo>
                  <a:cubicBezTo>
                    <a:pt x="1003255" y="170180"/>
                    <a:pt x="1032465" y="198120"/>
                    <a:pt x="1040085" y="222250"/>
                  </a:cubicBezTo>
                  <a:cubicBezTo>
                    <a:pt x="1048975" y="245110"/>
                    <a:pt x="1038815" y="284480"/>
                    <a:pt x="1027385" y="304800"/>
                  </a:cubicBezTo>
                  <a:cubicBezTo>
                    <a:pt x="1015955" y="320040"/>
                    <a:pt x="996905" y="331470"/>
                    <a:pt x="979125" y="336550"/>
                  </a:cubicBezTo>
                  <a:cubicBezTo>
                    <a:pt x="962615" y="341630"/>
                    <a:pt x="939755" y="341630"/>
                    <a:pt x="921975" y="334010"/>
                  </a:cubicBezTo>
                  <a:cubicBezTo>
                    <a:pt x="901655" y="322580"/>
                    <a:pt x="864825" y="273050"/>
                    <a:pt x="868635" y="269240"/>
                  </a:cubicBezTo>
                  <a:cubicBezTo>
                    <a:pt x="869905" y="266700"/>
                    <a:pt x="919435" y="290830"/>
                    <a:pt x="918165" y="297180"/>
                  </a:cubicBezTo>
                  <a:cubicBezTo>
                    <a:pt x="915625" y="307340"/>
                    <a:pt x="794975" y="300990"/>
                    <a:pt x="746715" y="297180"/>
                  </a:cubicBezTo>
                  <a:cubicBezTo>
                    <a:pt x="713695" y="293370"/>
                    <a:pt x="684485" y="273050"/>
                    <a:pt x="660355" y="280670"/>
                  </a:cubicBezTo>
                  <a:cubicBezTo>
                    <a:pt x="636225" y="288290"/>
                    <a:pt x="623525" y="313690"/>
                    <a:pt x="603205" y="339090"/>
                  </a:cubicBezTo>
                  <a:cubicBezTo>
                    <a:pt x="572725" y="378460"/>
                    <a:pt x="519385" y="439420"/>
                    <a:pt x="499065" y="504190"/>
                  </a:cubicBezTo>
                  <a:cubicBezTo>
                    <a:pt x="476205" y="576580"/>
                    <a:pt x="493985" y="697230"/>
                    <a:pt x="485095" y="759460"/>
                  </a:cubicBezTo>
                  <a:cubicBezTo>
                    <a:pt x="480015" y="796290"/>
                    <a:pt x="462235" y="824230"/>
                    <a:pt x="467315" y="845820"/>
                  </a:cubicBezTo>
                  <a:cubicBezTo>
                    <a:pt x="471125" y="859790"/>
                    <a:pt x="488905" y="864870"/>
                    <a:pt x="493985" y="877570"/>
                  </a:cubicBezTo>
                  <a:cubicBezTo>
                    <a:pt x="500335" y="894080"/>
                    <a:pt x="504145" y="920750"/>
                    <a:pt x="499065" y="939800"/>
                  </a:cubicBezTo>
                  <a:cubicBezTo>
                    <a:pt x="493985" y="958850"/>
                    <a:pt x="478745" y="979170"/>
                    <a:pt x="462235" y="989330"/>
                  </a:cubicBezTo>
                  <a:cubicBezTo>
                    <a:pt x="445725" y="1000760"/>
                    <a:pt x="419055" y="1004570"/>
                    <a:pt x="401275" y="1002030"/>
                  </a:cubicBezTo>
                  <a:cubicBezTo>
                    <a:pt x="387305" y="1000760"/>
                    <a:pt x="374605" y="996950"/>
                    <a:pt x="363175" y="986790"/>
                  </a:cubicBezTo>
                  <a:cubicBezTo>
                    <a:pt x="346665" y="971550"/>
                    <a:pt x="332695" y="934720"/>
                    <a:pt x="323805" y="906780"/>
                  </a:cubicBezTo>
                  <a:cubicBezTo>
                    <a:pt x="314915" y="877570"/>
                    <a:pt x="313645" y="855980"/>
                    <a:pt x="309835" y="814070"/>
                  </a:cubicBezTo>
                  <a:cubicBezTo>
                    <a:pt x="304755" y="728980"/>
                    <a:pt x="321265" y="513080"/>
                    <a:pt x="314915" y="426720"/>
                  </a:cubicBezTo>
                  <a:cubicBezTo>
                    <a:pt x="311105" y="382270"/>
                    <a:pt x="309835" y="364490"/>
                    <a:pt x="298405" y="327660"/>
                  </a:cubicBezTo>
                  <a:cubicBezTo>
                    <a:pt x="281895" y="278130"/>
                    <a:pt x="260305" y="187960"/>
                    <a:pt x="217125" y="160020"/>
                  </a:cubicBezTo>
                  <a:cubicBezTo>
                    <a:pt x="177755" y="134620"/>
                    <a:pt x="92665" y="166370"/>
                    <a:pt x="57105" y="154940"/>
                  </a:cubicBezTo>
                  <a:cubicBezTo>
                    <a:pt x="35515" y="147320"/>
                    <a:pt x="20275" y="138430"/>
                    <a:pt x="11385" y="123190"/>
                  </a:cubicBezTo>
                  <a:cubicBezTo>
                    <a:pt x="-45" y="105410"/>
                    <a:pt x="-2585" y="68580"/>
                    <a:pt x="2495" y="50800"/>
                  </a:cubicBezTo>
                  <a:cubicBezTo>
                    <a:pt x="5035" y="38100"/>
                    <a:pt x="12655" y="27940"/>
                    <a:pt x="24085" y="20320"/>
                  </a:cubicBezTo>
                  <a:cubicBezTo>
                    <a:pt x="35515" y="10160"/>
                    <a:pt x="74885" y="0"/>
                    <a:pt x="74885" y="0"/>
                  </a:cubicBezTo>
                </a:path>
              </a:pathLst>
            </a:custGeom>
            <a:solidFill>
              <a:srgbClr val="E7191F"/>
            </a:solidFill>
            <a:ln cap="sq">
              <a:noFill/>
              <a:prstDash val="solid"/>
              <a:miter/>
            </a:ln>
          </p:spPr>
          <p:txBody>
            <a:bodyPr/>
            <a:lstStyle/>
            <a:p>
              <a:endParaRPr lang="en-GB"/>
            </a:p>
          </p:txBody>
        </p:sp>
      </p:grpSp>
      <p:grpSp>
        <p:nvGrpSpPr>
          <p:cNvPr id="34" name="Group 34"/>
          <p:cNvGrpSpPr/>
          <p:nvPr/>
        </p:nvGrpSpPr>
        <p:grpSpPr>
          <a:xfrm>
            <a:off x="13420725" y="4294822"/>
            <a:ext cx="738188" cy="1060132"/>
            <a:chOff x="0" y="0"/>
            <a:chExt cx="984250" cy="1413510"/>
          </a:xfrm>
        </p:grpSpPr>
        <p:sp>
          <p:nvSpPr>
            <p:cNvPr id="35" name="Freeform 35"/>
            <p:cNvSpPr/>
            <p:nvPr/>
          </p:nvSpPr>
          <p:spPr>
            <a:xfrm>
              <a:off x="43367" y="46727"/>
              <a:ext cx="891715" cy="1319705"/>
            </a:xfrm>
            <a:custGeom>
              <a:avLst/>
              <a:gdLst/>
              <a:ahLst/>
              <a:cxnLst/>
              <a:rect l="l" t="t" r="r" b="b"/>
              <a:pathLst>
                <a:path w="891715" h="1319705">
                  <a:moveTo>
                    <a:pt x="262703" y="333003"/>
                  </a:moveTo>
                  <a:cubicBezTo>
                    <a:pt x="142053" y="529853"/>
                    <a:pt x="168723" y="727973"/>
                    <a:pt x="177613" y="805443"/>
                  </a:cubicBezTo>
                  <a:cubicBezTo>
                    <a:pt x="181423" y="844813"/>
                    <a:pt x="182693" y="861323"/>
                    <a:pt x="194123" y="893073"/>
                  </a:cubicBezTo>
                  <a:cubicBezTo>
                    <a:pt x="211903" y="937523"/>
                    <a:pt x="256353" y="1011183"/>
                    <a:pt x="288103" y="1045473"/>
                  </a:cubicBezTo>
                  <a:cubicBezTo>
                    <a:pt x="309693" y="1067063"/>
                    <a:pt x="323663" y="1075953"/>
                    <a:pt x="354143" y="1088653"/>
                  </a:cubicBezTo>
                  <a:cubicBezTo>
                    <a:pt x="410023" y="1112783"/>
                    <a:pt x="567503" y="1168663"/>
                    <a:pt x="613223" y="1144533"/>
                  </a:cubicBezTo>
                  <a:cubicBezTo>
                    <a:pt x="643703" y="1128023"/>
                    <a:pt x="641163" y="1088653"/>
                    <a:pt x="652593" y="1042933"/>
                  </a:cubicBezTo>
                  <a:cubicBezTo>
                    <a:pt x="676723" y="955303"/>
                    <a:pt x="708473" y="773693"/>
                    <a:pt x="714823" y="645423"/>
                  </a:cubicBezTo>
                  <a:cubicBezTo>
                    <a:pt x="721173" y="528583"/>
                    <a:pt x="735143" y="358403"/>
                    <a:pt x="699583" y="303793"/>
                  </a:cubicBezTo>
                  <a:cubicBezTo>
                    <a:pt x="683073" y="278393"/>
                    <a:pt x="648783" y="283473"/>
                    <a:pt x="627193" y="268233"/>
                  </a:cubicBezTo>
                  <a:cubicBezTo>
                    <a:pt x="605603" y="254263"/>
                    <a:pt x="590363" y="231403"/>
                    <a:pt x="567503" y="218703"/>
                  </a:cubicBezTo>
                  <a:cubicBezTo>
                    <a:pt x="545913" y="207273"/>
                    <a:pt x="519243" y="202193"/>
                    <a:pt x="493843" y="198383"/>
                  </a:cubicBezTo>
                  <a:cubicBezTo>
                    <a:pt x="465903" y="195843"/>
                    <a:pt x="436693" y="204733"/>
                    <a:pt x="408753" y="202193"/>
                  </a:cubicBezTo>
                  <a:cubicBezTo>
                    <a:pt x="379543" y="198383"/>
                    <a:pt x="356683" y="181873"/>
                    <a:pt x="323663" y="178063"/>
                  </a:cubicBezTo>
                  <a:cubicBezTo>
                    <a:pt x="276673" y="171713"/>
                    <a:pt x="187773" y="167903"/>
                    <a:pt x="157293" y="179333"/>
                  </a:cubicBezTo>
                  <a:cubicBezTo>
                    <a:pt x="143323" y="184413"/>
                    <a:pt x="142053" y="197113"/>
                    <a:pt x="131893" y="200923"/>
                  </a:cubicBezTo>
                  <a:cubicBezTo>
                    <a:pt x="116653" y="204733"/>
                    <a:pt x="91253" y="200923"/>
                    <a:pt x="74743" y="193303"/>
                  </a:cubicBezTo>
                  <a:cubicBezTo>
                    <a:pt x="59503" y="185683"/>
                    <a:pt x="42993" y="169173"/>
                    <a:pt x="35373" y="153933"/>
                  </a:cubicBezTo>
                  <a:cubicBezTo>
                    <a:pt x="26483" y="137423"/>
                    <a:pt x="22673" y="115833"/>
                    <a:pt x="26483" y="98053"/>
                  </a:cubicBezTo>
                  <a:cubicBezTo>
                    <a:pt x="32833" y="75193"/>
                    <a:pt x="55693" y="42173"/>
                    <a:pt x="78553" y="32013"/>
                  </a:cubicBezTo>
                  <a:cubicBezTo>
                    <a:pt x="101413" y="23123"/>
                    <a:pt x="140783" y="25663"/>
                    <a:pt x="161103" y="38363"/>
                  </a:cubicBezTo>
                  <a:cubicBezTo>
                    <a:pt x="182693" y="51063"/>
                    <a:pt x="200473" y="87893"/>
                    <a:pt x="203013" y="110753"/>
                  </a:cubicBezTo>
                  <a:cubicBezTo>
                    <a:pt x="205553" y="129803"/>
                    <a:pt x="196663" y="150123"/>
                    <a:pt x="186503" y="165363"/>
                  </a:cubicBezTo>
                  <a:cubicBezTo>
                    <a:pt x="176343" y="179333"/>
                    <a:pt x="157293" y="193303"/>
                    <a:pt x="140783" y="198383"/>
                  </a:cubicBezTo>
                  <a:cubicBezTo>
                    <a:pt x="124273" y="203463"/>
                    <a:pt x="101413" y="203463"/>
                    <a:pt x="83633" y="197113"/>
                  </a:cubicBezTo>
                  <a:cubicBezTo>
                    <a:pt x="67123" y="190763"/>
                    <a:pt x="49343" y="176793"/>
                    <a:pt x="40453" y="161553"/>
                  </a:cubicBezTo>
                  <a:cubicBezTo>
                    <a:pt x="30293" y="146313"/>
                    <a:pt x="23943" y="124723"/>
                    <a:pt x="26483" y="106943"/>
                  </a:cubicBezTo>
                  <a:cubicBezTo>
                    <a:pt x="27753" y="89163"/>
                    <a:pt x="32833" y="70113"/>
                    <a:pt x="48073" y="54873"/>
                  </a:cubicBezTo>
                  <a:cubicBezTo>
                    <a:pt x="70933" y="32013"/>
                    <a:pt x="125543" y="11693"/>
                    <a:pt x="173803" y="4073"/>
                  </a:cubicBezTo>
                  <a:cubicBezTo>
                    <a:pt x="229683" y="-6087"/>
                    <a:pt x="303343" y="5343"/>
                    <a:pt x="365573" y="10423"/>
                  </a:cubicBezTo>
                  <a:cubicBezTo>
                    <a:pt x="425263" y="15503"/>
                    <a:pt x="488763" y="21853"/>
                    <a:pt x="538293" y="33283"/>
                  </a:cubicBezTo>
                  <a:cubicBezTo>
                    <a:pt x="578933" y="42173"/>
                    <a:pt x="605603" y="47253"/>
                    <a:pt x="644973" y="67573"/>
                  </a:cubicBezTo>
                  <a:cubicBezTo>
                    <a:pt x="702123" y="95513"/>
                    <a:pt x="801183" y="159013"/>
                    <a:pt x="838013" y="202193"/>
                  </a:cubicBezTo>
                  <a:cubicBezTo>
                    <a:pt x="860873" y="227593"/>
                    <a:pt x="868493" y="251723"/>
                    <a:pt x="877383" y="277123"/>
                  </a:cubicBezTo>
                  <a:cubicBezTo>
                    <a:pt x="885003" y="302523"/>
                    <a:pt x="887543" y="319033"/>
                    <a:pt x="888813" y="353323"/>
                  </a:cubicBezTo>
                  <a:cubicBezTo>
                    <a:pt x="893893" y="424443"/>
                    <a:pt x="892623" y="571763"/>
                    <a:pt x="882463" y="687333"/>
                  </a:cubicBezTo>
                  <a:cubicBezTo>
                    <a:pt x="872303" y="811793"/>
                    <a:pt x="858333" y="975623"/>
                    <a:pt x="826583" y="1075953"/>
                  </a:cubicBezTo>
                  <a:cubicBezTo>
                    <a:pt x="804993" y="1144533"/>
                    <a:pt x="779593" y="1200413"/>
                    <a:pt x="744033" y="1241053"/>
                  </a:cubicBezTo>
                  <a:cubicBezTo>
                    <a:pt x="713553" y="1275343"/>
                    <a:pt x="680533" y="1304553"/>
                    <a:pt x="638623" y="1315983"/>
                  </a:cubicBezTo>
                  <a:cubicBezTo>
                    <a:pt x="586553" y="1328683"/>
                    <a:pt x="512893" y="1305823"/>
                    <a:pt x="453203" y="1293123"/>
                  </a:cubicBezTo>
                  <a:cubicBezTo>
                    <a:pt x="393513" y="1280423"/>
                    <a:pt x="327473" y="1263913"/>
                    <a:pt x="280483" y="1239783"/>
                  </a:cubicBezTo>
                  <a:cubicBezTo>
                    <a:pt x="243653" y="1220733"/>
                    <a:pt x="216983" y="1195333"/>
                    <a:pt x="189043" y="1169933"/>
                  </a:cubicBezTo>
                  <a:cubicBezTo>
                    <a:pt x="162373" y="1145803"/>
                    <a:pt x="138243" y="1117863"/>
                    <a:pt x="117923" y="1091193"/>
                  </a:cubicBezTo>
                  <a:cubicBezTo>
                    <a:pt x="98873" y="1064523"/>
                    <a:pt x="87443" y="1041663"/>
                    <a:pt x="72203" y="1008643"/>
                  </a:cubicBezTo>
                  <a:cubicBezTo>
                    <a:pt x="50613" y="965463"/>
                    <a:pt x="20133" y="914663"/>
                    <a:pt x="7433" y="848623"/>
                  </a:cubicBezTo>
                  <a:cubicBezTo>
                    <a:pt x="-9077" y="755913"/>
                    <a:pt x="6163" y="578113"/>
                    <a:pt x="12513" y="494293"/>
                  </a:cubicBezTo>
                  <a:cubicBezTo>
                    <a:pt x="15053" y="447303"/>
                    <a:pt x="11243" y="423173"/>
                    <a:pt x="26483" y="386343"/>
                  </a:cubicBezTo>
                  <a:cubicBezTo>
                    <a:pt x="46803" y="338083"/>
                    <a:pt x="105223" y="266963"/>
                    <a:pt x="136973" y="237753"/>
                  </a:cubicBezTo>
                  <a:cubicBezTo>
                    <a:pt x="154753" y="222513"/>
                    <a:pt x="168723" y="212353"/>
                    <a:pt x="183963" y="208543"/>
                  </a:cubicBezTo>
                  <a:cubicBezTo>
                    <a:pt x="196663" y="204733"/>
                    <a:pt x="209363" y="206003"/>
                    <a:pt x="222063" y="209813"/>
                  </a:cubicBezTo>
                  <a:cubicBezTo>
                    <a:pt x="237303" y="214893"/>
                    <a:pt x="257623" y="228863"/>
                    <a:pt x="266513" y="242833"/>
                  </a:cubicBezTo>
                  <a:cubicBezTo>
                    <a:pt x="275403" y="258073"/>
                    <a:pt x="279213" y="282203"/>
                    <a:pt x="277943" y="297443"/>
                  </a:cubicBezTo>
                  <a:cubicBezTo>
                    <a:pt x="276673" y="311413"/>
                    <a:pt x="262703" y="333003"/>
                    <a:pt x="262703" y="333003"/>
                  </a:cubicBezTo>
                </a:path>
              </a:pathLst>
            </a:custGeom>
            <a:solidFill>
              <a:srgbClr val="E7191F"/>
            </a:solidFill>
            <a:ln cap="sq">
              <a:noFill/>
              <a:prstDash val="solid"/>
              <a:miter/>
            </a:ln>
          </p:spPr>
          <p:txBody>
            <a:bodyPr/>
            <a:lstStyle/>
            <a:p>
              <a:endParaRPr lang="en-GB"/>
            </a:p>
          </p:txBody>
        </p:sp>
      </p:grpSp>
      <p:grpSp>
        <p:nvGrpSpPr>
          <p:cNvPr id="36" name="Group 36"/>
          <p:cNvGrpSpPr/>
          <p:nvPr/>
        </p:nvGrpSpPr>
        <p:grpSpPr>
          <a:xfrm>
            <a:off x="16062007" y="4264342"/>
            <a:ext cx="1042035" cy="1026795"/>
            <a:chOff x="0" y="0"/>
            <a:chExt cx="1389380" cy="1369060"/>
          </a:xfrm>
        </p:grpSpPr>
        <p:sp>
          <p:nvSpPr>
            <p:cNvPr id="37" name="Freeform 37"/>
            <p:cNvSpPr/>
            <p:nvPr/>
          </p:nvSpPr>
          <p:spPr>
            <a:xfrm>
              <a:off x="50800" y="43796"/>
              <a:ext cx="1294022" cy="1277504"/>
            </a:xfrm>
            <a:custGeom>
              <a:avLst/>
              <a:gdLst/>
              <a:ahLst/>
              <a:cxnLst/>
              <a:rect l="l" t="t" r="r" b="b"/>
              <a:pathLst>
                <a:path w="1294022" h="1277504">
                  <a:moveTo>
                    <a:pt x="347980" y="470554"/>
                  </a:moveTo>
                  <a:cubicBezTo>
                    <a:pt x="280670" y="468014"/>
                    <a:pt x="308610" y="507384"/>
                    <a:pt x="316230" y="545484"/>
                  </a:cubicBezTo>
                  <a:cubicBezTo>
                    <a:pt x="328930" y="611524"/>
                    <a:pt x="316230" y="757574"/>
                    <a:pt x="337820" y="821074"/>
                  </a:cubicBezTo>
                  <a:cubicBezTo>
                    <a:pt x="351790" y="859174"/>
                    <a:pt x="369570" y="875684"/>
                    <a:pt x="393700" y="904894"/>
                  </a:cubicBezTo>
                  <a:cubicBezTo>
                    <a:pt x="424180" y="942994"/>
                    <a:pt x="472440" y="998874"/>
                    <a:pt x="515620" y="1024274"/>
                  </a:cubicBezTo>
                  <a:cubicBezTo>
                    <a:pt x="549910" y="1045864"/>
                    <a:pt x="589280" y="1054754"/>
                    <a:pt x="624840" y="1059834"/>
                  </a:cubicBezTo>
                  <a:cubicBezTo>
                    <a:pt x="656590" y="1064914"/>
                    <a:pt x="684530" y="1054754"/>
                    <a:pt x="717550" y="1058564"/>
                  </a:cubicBezTo>
                  <a:cubicBezTo>
                    <a:pt x="756920" y="1063644"/>
                    <a:pt x="800100" y="1086504"/>
                    <a:pt x="847090" y="1094124"/>
                  </a:cubicBezTo>
                  <a:cubicBezTo>
                    <a:pt x="897890" y="1101744"/>
                    <a:pt x="969010" y="1111904"/>
                    <a:pt x="1010920" y="1100474"/>
                  </a:cubicBezTo>
                  <a:cubicBezTo>
                    <a:pt x="1040130" y="1091584"/>
                    <a:pt x="1061720" y="1081424"/>
                    <a:pt x="1078230" y="1056024"/>
                  </a:cubicBezTo>
                  <a:cubicBezTo>
                    <a:pt x="1104900" y="1015384"/>
                    <a:pt x="1104900" y="916324"/>
                    <a:pt x="1111250" y="847744"/>
                  </a:cubicBezTo>
                  <a:cubicBezTo>
                    <a:pt x="1116330" y="780434"/>
                    <a:pt x="1117600" y="700424"/>
                    <a:pt x="1112520" y="648354"/>
                  </a:cubicBezTo>
                  <a:cubicBezTo>
                    <a:pt x="1109980" y="612794"/>
                    <a:pt x="1112520" y="597554"/>
                    <a:pt x="1097280" y="560724"/>
                  </a:cubicBezTo>
                  <a:cubicBezTo>
                    <a:pt x="1062990" y="478174"/>
                    <a:pt x="909320" y="247034"/>
                    <a:pt x="839470" y="191154"/>
                  </a:cubicBezTo>
                  <a:cubicBezTo>
                    <a:pt x="807720" y="165754"/>
                    <a:pt x="783590" y="158134"/>
                    <a:pt x="754380" y="156864"/>
                  </a:cubicBezTo>
                  <a:cubicBezTo>
                    <a:pt x="725170" y="154324"/>
                    <a:pt x="704850" y="175914"/>
                    <a:pt x="662940" y="180994"/>
                  </a:cubicBezTo>
                  <a:cubicBezTo>
                    <a:pt x="576580" y="191154"/>
                    <a:pt x="368300" y="173374"/>
                    <a:pt x="257810" y="177184"/>
                  </a:cubicBezTo>
                  <a:cubicBezTo>
                    <a:pt x="181610" y="180994"/>
                    <a:pt x="105410" y="205124"/>
                    <a:pt x="63500" y="194964"/>
                  </a:cubicBezTo>
                  <a:cubicBezTo>
                    <a:pt x="41910" y="189884"/>
                    <a:pt x="29210" y="179724"/>
                    <a:pt x="19050" y="167024"/>
                  </a:cubicBezTo>
                  <a:cubicBezTo>
                    <a:pt x="7620" y="153054"/>
                    <a:pt x="1270" y="132734"/>
                    <a:pt x="0" y="116224"/>
                  </a:cubicBezTo>
                  <a:cubicBezTo>
                    <a:pt x="0" y="99714"/>
                    <a:pt x="3810" y="79394"/>
                    <a:pt x="16510" y="65424"/>
                  </a:cubicBezTo>
                  <a:cubicBezTo>
                    <a:pt x="30480" y="48914"/>
                    <a:pt x="63500" y="29864"/>
                    <a:pt x="86360" y="31134"/>
                  </a:cubicBezTo>
                  <a:cubicBezTo>
                    <a:pt x="109220" y="31134"/>
                    <a:pt x="140970" y="51454"/>
                    <a:pt x="153670" y="69234"/>
                  </a:cubicBezTo>
                  <a:cubicBezTo>
                    <a:pt x="165100" y="83204"/>
                    <a:pt x="168910" y="103524"/>
                    <a:pt x="167640" y="121304"/>
                  </a:cubicBezTo>
                  <a:cubicBezTo>
                    <a:pt x="165100" y="137814"/>
                    <a:pt x="158750" y="158134"/>
                    <a:pt x="146050" y="169564"/>
                  </a:cubicBezTo>
                  <a:cubicBezTo>
                    <a:pt x="130810" y="184804"/>
                    <a:pt x="95250" y="200044"/>
                    <a:pt x="72390" y="197504"/>
                  </a:cubicBezTo>
                  <a:cubicBezTo>
                    <a:pt x="49530" y="193694"/>
                    <a:pt x="20320" y="169564"/>
                    <a:pt x="8890" y="151784"/>
                  </a:cubicBezTo>
                  <a:cubicBezTo>
                    <a:pt x="0" y="136544"/>
                    <a:pt x="-1270" y="114954"/>
                    <a:pt x="1270" y="98444"/>
                  </a:cubicBezTo>
                  <a:cubicBezTo>
                    <a:pt x="5080" y="81934"/>
                    <a:pt x="15240" y="62884"/>
                    <a:pt x="27940" y="51454"/>
                  </a:cubicBezTo>
                  <a:cubicBezTo>
                    <a:pt x="40640" y="41294"/>
                    <a:pt x="53340" y="37484"/>
                    <a:pt x="77470" y="31134"/>
                  </a:cubicBezTo>
                  <a:cubicBezTo>
                    <a:pt x="127000" y="18434"/>
                    <a:pt x="223520" y="10814"/>
                    <a:pt x="320040" y="7004"/>
                  </a:cubicBezTo>
                  <a:cubicBezTo>
                    <a:pt x="459740" y="1924"/>
                    <a:pt x="734060" y="-9506"/>
                    <a:pt x="835660" y="15894"/>
                  </a:cubicBezTo>
                  <a:cubicBezTo>
                    <a:pt x="881380" y="27324"/>
                    <a:pt x="895350" y="37484"/>
                    <a:pt x="929640" y="62884"/>
                  </a:cubicBezTo>
                  <a:cubicBezTo>
                    <a:pt x="984250" y="107334"/>
                    <a:pt x="1064260" y="212744"/>
                    <a:pt x="1116330" y="278784"/>
                  </a:cubicBezTo>
                  <a:cubicBezTo>
                    <a:pt x="1156970" y="330854"/>
                    <a:pt x="1191260" y="371494"/>
                    <a:pt x="1219200" y="424834"/>
                  </a:cubicBezTo>
                  <a:cubicBezTo>
                    <a:pt x="1248410" y="481984"/>
                    <a:pt x="1275080" y="541674"/>
                    <a:pt x="1286510" y="612794"/>
                  </a:cubicBezTo>
                  <a:cubicBezTo>
                    <a:pt x="1301750" y="697884"/>
                    <a:pt x="1290320" y="827424"/>
                    <a:pt x="1282700" y="904894"/>
                  </a:cubicBezTo>
                  <a:cubicBezTo>
                    <a:pt x="1277620" y="956964"/>
                    <a:pt x="1270000" y="995064"/>
                    <a:pt x="1261110" y="1034434"/>
                  </a:cubicBezTo>
                  <a:cubicBezTo>
                    <a:pt x="1252220" y="1068724"/>
                    <a:pt x="1247140" y="1099204"/>
                    <a:pt x="1230630" y="1129684"/>
                  </a:cubicBezTo>
                  <a:cubicBezTo>
                    <a:pt x="1212850" y="1163974"/>
                    <a:pt x="1183640" y="1200804"/>
                    <a:pt x="1153160" y="1224934"/>
                  </a:cubicBezTo>
                  <a:cubicBezTo>
                    <a:pt x="1126490" y="1247794"/>
                    <a:pt x="1093470" y="1265574"/>
                    <a:pt x="1060450" y="1273194"/>
                  </a:cubicBezTo>
                  <a:cubicBezTo>
                    <a:pt x="1028700" y="1282084"/>
                    <a:pt x="991870" y="1274464"/>
                    <a:pt x="960120" y="1274464"/>
                  </a:cubicBezTo>
                  <a:cubicBezTo>
                    <a:pt x="929640" y="1274464"/>
                    <a:pt x="909320" y="1275734"/>
                    <a:pt x="872490" y="1271924"/>
                  </a:cubicBezTo>
                  <a:cubicBezTo>
                    <a:pt x="806450" y="1265574"/>
                    <a:pt x="680720" y="1243984"/>
                    <a:pt x="603250" y="1226204"/>
                  </a:cubicBezTo>
                  <a:cubicBezTo>
                    <a:pt x="542290" y="1212234"/>
                    <a:pt x="486410" y="1203344"/>
                    <a:pt x="441960" y="1180484"/>
                  </a:cubicBezTo>
                  <a:cubicBezTo>
                    <a:pt x="405130" y="1160164"/>
                    <a:pt x="383540" y="1137304"/>
                    <a:pt x="350520" y="1103014"/>
                  </a:cubicBezTo>
                  <a:cubicBezTo>
                    <a:pt x="302260" y="1050944"/>
                    <a:pt x="227330" y="968394"/>
                    <a:pt x="194310" y="888384"/>
                  </a:cubicBezTo>
                  <a:cubicBezTo>
                    <a:pt x="161290" y="810914"/>
                    <a:pt x="157480" y="711854"/>
                    <a:pt x="151130" y="633114"/>
                  </a:cubicBezTo>
                  <a:cubicBezTo>
                    <a:pt x="147320" y="564534"/>
                    <a:pt x="144780" y="495954"/>
                    <a:pt x="157480" y="442614"/>
                  </a:cubicBezTo>
                  <a:cubicBezTo>
                    <a:pt x="167640" y="401974"/>
                    <a:pt x="181610" y="361334"/>
                    <a:pt x="207010" y="338474"/>
                  </a:cubicBezTo>
                  <a:cubicBezTo>
                    <a:pt x="233680" y="315614"/>
                    <a:pt x="279400" y="305454"/>
                    <a:pt x="312420" y="304184"/>
                  </a:cubicBezTo>
                  <a:cubicBezTo>
                    <a:pt x="341630" y="302914"/>
                    <a:pt x="374650" y="307994"/>
                    <a:pt x="396240" y="321964"/>
                  </a:cubicBezTo>
                  <a:cubicBezTo>
                    <a:pt x="416560" y="334664"/>
                    <a:pt x="436880" y="358794"/>
                    <a:pt x="440690" y="380384"/>
                  </a:cubicBezTo>
                  <a:cubicBezTo>
                    <a:pt x="444500" y="401974"/>
                    <a:pt x="433070" y="434994"/>
                    <a:pt x="417830" y="450234"/>
                  </a:cubicBezTo>
                  <a:cubicBezTo>
                    <a:pt x="402590" y="464204"/>
                    <a:pt x="347980" y="470554"/>
                    <a:pt x="347980" y="470554"/>
                  </a:cubicBezTo>
                </a:path>
              </a:pathLst>
            </a:custGeom>
            <a:solidFill>
              <a:srgbClr val="E7191F"/>
            </a:solidFill>
            <a:ln cap="sq">
              <a:noFill/>
              <a:prstDash val="solid"/>
              <a:miter/>
            </a:ln>
          </p:spPr>
          <p:txBody>
            <a:bodyPr/>
            <a:lstStyle/>
            <a:p>
              <a:endParaRPr lang="en-GB"/>
            </a:p>
          </p:txBody>
        </p:sp>
      </p:grpSp>
      <p:grpSp>
        <p:nvGrpSpPr>
          <p:cNvPr id="38" name="Group 38"/>
          <p:cNvGrpSpPr/>
          <p:nvPr/>
        </p:nvGrpSpPr>
        <p:grpSpPr>
          <a:xfrm>
            <a:off x="2034540" y="2602230"/>
            <a:ext cx="391478" cy="1179195"/>
            <a:chOff x="0" y="0"/>
            <a:chExt cx="521970" cy="1572260"/>
          </a:xfrm>
        </p:grpSpPr>
        <p:sp>
          <p:nvSpPr>
            <p:cNvPr id="39" name="Freeform 39"/>
            <p:cNvSpPr/>
            <p:nvPr/>
          </p:nvSpPr>
          <p:spPr>
            <a:xfrm>
              <a:off x="49661" y="50004"/>
              <a:ext cx="430831" cy="1472955"/>
            </a:xfrm>
            <a:custGeom>
              <a:avLst/>
              <a:gdLst/>
              <a:ahLst/>
              <a:cxnLst/>
              <a:rect l="l" t="t" r="r" b="b"/>
              <a:pathLst>
                <a:path w="430831" h="1472955">
                  <a:moveTo>
                    <a:pt x="128139" y="27466"/>
                  </a:moveTo>
                  <a:cubicBezTo>
                    <a:pt x="233549" y="182406"/>
                    <a:pt x="272919" y="275116"/>
                    <a:pt x="295779" y="333536"/>
                  </a:cubicBezTo>
                  <a:cubicBezTo>
                    <a:pt x="312289" y="375446"/>
                    <a:pt x="317369" y="398306"/>
                    <a:pt x="328799" y="446566"/>
                  </a:cubicBezTo>
                  <a:cubicBezTo>
                    <a:pt x="347849" y="526576"/>
                    <a:pt x="373249" y="648496"/>
                    <a:pt x="387219" y="776766"/>
                  </a:cubicBezTo>
                  <a:cubicBezTo>
                    <a:pt x="407539" y="955836"/>
                    <a:pt x="453259" y="1333026"/>
                    <a:pt x="417699" y="1423196"/>
                  </a:cubicBezTo>
                  <a:cubicBezTo>
                    <a:pt x="407539" y="1451136"/>
                    <a:pt x="387219" y="1462566"/>
                    <a:pt x="370709" y="1470186"/>
                  </a:cubicBezTo>
                  <a:cubicBezTo>
                    <a:pt x="355469" y="1475266"/>
                    <a:pt x="337689" y="1472726"/>
                    <a:pt x="324989" y="1467646"/>
                  </a:cubicBezTo>
                  <a:cubicBezTo>
                    <a:pt x="311019" y="1462566"/>
                    <a:pt x="297049" y="1451136"/>
                    <a:pt x="289429" y="1439706"/>
                  </a:cubicBezTo>
                  <a:cubicBezTo>
                    <a:pt x="281809" y="1427006"/>
                    <a:pt x="276729" y="1409226"/>
                    <a:pt x="279269" y="1395256"/>
                  </a:cubicBezTo>
                  <a:cubicBezTo>
                    <a:pt x="281809" y="1376206"/>
                    <a:pt x="299589" y="1348266"/>
                    <a:pt x="314829" y="1338106"/>
                  </a:cubicBezTo>
                  <a:cubicBezTo>
                    <a:pt x="327529" y="1330486"/>
                    <a:pt x="346579" y="1327946"/>
                    <a:pt x="360549" y="1330486"/>
                  </a:cubicBezTo>
                  <a:cubicBezTo>
                    <a:pt x="374519" y="1333026"/>
                    <a:pt x="391029" y="1339376"/>
                    <a:pt x="401189" y="1350806"/>
                  </a:cubicBezTo>
                  <a:cubicBezTo>
                    <a:pt x="412619" y="1364776"/>
                    <a:pt x="424049" y="1396526"/>
                    <a:pt x="420239" y="1415576"/>
                  </a:cubicBezTo>
                  <a:cubicBezTo>
                    <a:pt x="416429" y="1434626"/>
                    <a:pt x="393569" y="1458756"/>
                    <a:pt x="377059" y="1467646"/>
                  </a:cubicBezTo>
                  <a:cubicBezTo>
                    <a:pt x="364359" y="1473996"/>
                    <a:pt x="346579" y="1473996"/>
                    <a:pt x="332609" y="1470186"/>
                  </a:cubicBezTo>
                  <a:cubicBezTo>
                    <a:pt x="318639" y="1466376"/>
                    <a:pt x="302129" y="1456216"/>
                    <a:pt x="293239" y="1446056"/>
                  </a:cubicBezTo>
                  <a:cubicBezTo>
                    <a:pt x="284349" y="1434626"/>
                    <a:pt x="283079" y="1425736"/>
                    <a:pt x="277999" y="1402876"/>
                  </a:cubicBezTo>
                  <a:cubicBezTo>
                    <a:pt x="261489" y="1317786"/>
                    <a:pt x="269109" y="962186"/>
                    <a:pt x="251329" y="793276"/>
                  </a:cubicBezTo>
                  <a:cubicBezTo>
                    <a:pt x="237359" y="672626"/>
                    <a:pt x="224659" y="583726"/>
                    <a:pt x="196719" y="484666"/>
                  </a:cubicBezTo>
                  <a:cubicBezTo>
                    <a:pt x="170049" y="389416"/>
                    <a:pt x="128139" y="282736"/>
                    <a:pt x="88769" y="210346"/>
                  </a:cubicBezTo>
                  <a:cubicBezTo>
                    <a:pt x="60829" y="157006"/>
                    <a:pt x="7489" y="115096"/>
                    <a:pt x="1139" y="82076"/>
                  </a:cubicBezTo>
                  <a:cubicBezTo>
                    <a:pt x="-2671" y="61756"/>
                    <a:pt x="3679" y="45246"/>
                    <a:pt x="11299" y="32546"/>
                  </a:cubicBezTo>
                  <a:cubicBezTo>
                    <a:pt x="16379" y="22386"/>
                    <a:pt x="25269" y="14766"/>
                    <a:pt x="35429" y="8416"/>
                  </a:cubicBezTo>
                  <a:cubicBezTo>
                    <a:pt x="48129" y="2066"/>
                    <a:pt x="69719" y="-1744"/>
                    <a:pt x="84959" y="796"/>
                  </a:cubicBezTo>
                  <a:cubicBezTo>
                    <a:pt x="100199" y="4606"/>
                    <a:pt x="128139" y="27466"/>
                    <a:pt x="128139" y="27466"/>
                  </a:cubicBezTo>
                </a:path>
              </a:pathLst>
            </a:custGeom>
            <a:solidFill>
              <a:srgbClr val="E7191F"/>
            </a:solidFill>
            <a:ln cap="sq">
              <a:noFill/>
              <a:prstDash val="solid"/>
              <a:miter/>
            </a:ln>
          </p:spPr>
          <p:txBody>
            <a:bodyPr/>
            <a:lstStyle/>
            <a:p>
              <a:endParaRPr lang="en-GB"/>
            </a:p>
          </p:txBody>
        </p:sp>
      </p:grpSp>
      <p:grpSp>
        <p:nvGrpSpPr>
          <p:cNvPr id="40" name="Group 40"/>
          <p:cNvGrpSpPr/>
          <p:nvPr/>
        </p:nvGrpSpPr>
        <p:grpSpPr>
          <a:xfrm>
            <a:off x="2222183" y="3013710"/>
            <a:ext cx="710565" cy="197167"/>
            <a:chOff x="0" y="0"/>
            <a:chExt cx="947420" cy="262890"/>
          </a:xfrm>
        </p:grpSpPr>
        <p:sp>
          <p:nvSpPr>
            <p:cNvPr id="41" name="Freeform 41"/>
            <p:cNvSpPr/>
            <p:nvPr/>
          </p:nvSpPr>
          <p:spPr>
            <a:xfrm>
              <a:off x="50608" y="48084"/>
              <a:ext cx="845477" cy="178293"/>
            </a:xfrm>
            <a:custGeom>
              <a:avLst/>
              <a:gdLst/>
              <a:ahLst/>
              <a:cxnLst/>
              <a:rect l="l" t="t" r="r" b="b"/>
              <a:pathLst>
                <a:path w="845477" h="178293">
                  <a:moveTo>
                    <a:pt x="77662" y="3986"/>
                  </a:moveTo>
                  <a:cubicBezTo>
                    <a:pt x="810452" y="11606"/>
                    <a:pt x="820612" y="20496"/>
                    <a:pt x="830772" y="35736"/>
                  </a:cubicBezTo>
                  <a:cubicBezTo>
                    <a:pt x="842202" y="49706"/>
                    <a:pt x="847282" y="73836"/>
                    <a:pt x="844742" y="91616"/>
                  </a:cubicBezTo>
                  <a:cubicBezTo>
                    <a:pt x="843472" y="109396"/>
                    <a:pt x="832042" y="130986"/>
                    <a:pt x="818072" y="142416"/>
                  </a:cubicBezTo>
                  <a:cubicBezTo>
                    <a:pt x="805372" y="155116"/>
                    <a:pt x="782512" y="164006"/>
                    <a:pt x="764732" y="162736"/>
                  </a:cubicBezTo>
                  <a:cubicBezTo>
                    <a:pt x="743142" y="161466"/>
                    <a:pt x="710122" y="143686"/>
                    <a:pt x="697422" y="127176"/>
                  </a:cubicBezTo>
                  <a:cubicBezTo>
                    <a:pt x="685992" y="113206"/>
                    <a:pt x="680912" y="94156"/>
                    <a:pt x="683452" y="77646"/>
                  </a:cubicBezTo>
                  <a:cubicBezTo>
                    <a:pt x="685992" y="56056"/>
                    <a:pt x="702502" y="23036"/>
                    <a:pt x="722822" y="11606"/>
                  </a:cubicBezTo>
                  <a:cubicBezTo>
                    <a:pt x="741872" y="176"/>
                    <a:pt x="778702" y="-1094"/>
                    <a:pt x="799022" y="7796"/>
                  </a:cubicBezTo>
                  <a:cubicBezTo>
                    <a:pt x="819342" y="16686"/>
                    <a:pt x="840932" y="45896"/>
                    <a:pt x="844742" y="68756"/>
                  </a:cubicBezTo>
                  <a:cubicBezTo>
                    <a:pt x="848552" y="90346"/>
                    <a:pt x="837122" y="125906"/>
                    <a:pt x="820612" y="141146"/>
                  </a:cubicBezTo>
                  <a:cubicBezTo>
                    <a:pt x="804102" y="156386"/>
                    <a:pt x="768542" y="166546"/>
                    <a:pt x="746952" y="161466"/>
                  </a:cubicBezTo>
                  <a:cubicBezTo>
                    <a:pt x="725362" y="156386"/>
                    <a:pt x="697422" y="132256"/>
                    <a:pt x="688532" y="111936"/>
                  </a:cubicBezTo>
                  <a:cubicBezTo>
                    <a:pt x="679642" y="90346"/>
                    <a:pt x="685992" y="54786"/>
                    <a:pt x="697422" y="35736"/>
                  </a:cubicBezTo>
                  <a:cubicBezTo>
                    <a:pt x="705042" y="20496"/>
                    <a:pt x="722822" y="10336"/>
                    <a:pt x="738062" y="3986"/>
                  </a:cubicBezTo>
                  <a:cubicBezTo>
                    <a:pt x="752032" y="-1094"/>
                    <a:pt x="768542" y="-1094"/>
                    <a:pt x="783782" y="2716"/>
                  </a:cubicBezTo>
                  <a:cubicBezTo>
                    <a:pt x="800292" y="7796"/>
                    <a:pt x="820612" y="20496"/>
                    <a:pt x="830772" y="35736"/>
                  </a:cubicBezTo>
                  <a:cubicBezTo>
                    <a:pt x="840932" y="49706"/>
                    <a:pt x="847282" y="73836"/>
                    <a:pt x="844742" y="91616"/>
                  </a:cubicBezTo>
                  <a:cubicBezTo>
                    <a:pt x="843472" y="109396"/>
                    <a:pt x="832042" y="130986"/>
                    <a:pt x="818072" y="142416"/>
                  </a:cubicBezTo>
                  <a:cubicBezTo>
                    <a:pt x="805372" y="155116"/>
                    <a:pt x="792672" y="157656"/>
                    <a:pt x="764732" y="162736"/>
                  </a:cubicBezTo>
                  <a:cubicBezTo>
                    <a:pt x="663132" y="181786"/>
                    <a:pt x="152592" y="186866"/>
                    <a:pt x="58612" y="157656"/>
                  </a:cubicBezTo>
                  <a:cubicBezTo>
                    <a:pt x="33212" y="148766"/>
                    <a:pt x="23052" y="139876"/>
                    <a:pt x="14162" y="125906"/>
                  </a:cubicBezTo>
                  <a:cubicBezTo>
                    <a:pt x="4002" y="111936"/>
                    <a:pt x="-1078" y="89076"/>
                    <a:pt x="192" y="72566"/>
                  </a:cubicBezTo>
                  <a:cubicBezTo>
                    <a:pt x="2732" y="54786"/>
                    <a:pt x="12892" y="34466"/>
                    <a:pt x="25592" y="23036"/>
                  </a:cubicBezTo>
                  <a:cubicBezTo>
                    <a:pt x="38292" y="11606"/>
                    <a:pt x="77662" y="3986"/>
                    <a:pt x="77662" y="3986"/>
                  </a:cubicBezTo>
                </a:path>
              </a:pathLst>
            </a:custGeom>
            <a:solidFill>
              <a:srgbClr val="E7191F"/>
            </a:solidFill>
            <a:ln cap="sq">
              <a:noFill/>
              <a:prstDash val="solid"/>
              <a:miter/>
            </a:ln>
          </p:spPr>
          <p:txBody>
            <a:bodyPr/>
            <a:lstStyle/>
            <a:p>
              <a:endParaRPr lang="en-GB"/>
            </a:p>
          </p:txBody>
        </p:sp>
      </p:grpSp>
      <p:grpSp>
        <p:nvGrpSpPr>
          <p:cNvPr id="42" name="Group 42"/>
          <p:cNvGrpSpPr/>
          <p:nvPr/>
        </p:nvGrpSpPr>
        <p:grpSpPr>
          <a:xfrm>
            <a:off x="2596515" y="2425065"/>
            <a:ext cx="462915" cy="1250632"/>
            <a:chOff x="0" y="0"/>
            <a:chExt cx="617220" cy="1667510"/>
          </a:xfrm>
        </p:grpSpPr>
        <p:sp>
          <p:nvSpPr>
            <p:cNvPr id="43" name="Freeform 43"/>
            <p:cNvSpPr/>
            <p:nvPr/>
          </p:nvSpPr>
          <p:spPr>
            <a:xfrm>
              <a:off x="50016" y="47665"/>
              <a:ext cx="516484" cy="1568428"/>
            </a:xfrm>
            <a:custGeom>
              <a:avLst/>
              <a:gdLst/>
              <a:ahLst/>
              <a:cxnLst/>
              <a:rect l="l" t="t" r="r" b="b"/>
              <a:pathLst>
                <a:path w="516484" h="1568428">
                  <a:moveTo>
                    <a:pt x="139214" y="42505"/>
                  </a:moveTo>
                  <a:cubicBezTo>
                    <a:pt x="291614" y="413345"/>
                    <a:pt x="322094" y="507325"/>
                    <a:pt x="339874" y="592415"/>
                  </a:cubicBezTo>
                  <a:cubicBezTo>
                    <a:pt x="356384" y="664805"/>
                    <a:pt x="352574" y="714335"/>
                    <a:pt x="366544" y="800695"/>
                  </a:cubicBezTo>
                  <a:cubicBezTo>
                    <a:pt x="390674" y="944205"/>
                    <a:pt x="470684" y="1262975"/>
                    <a:pt x="487194" y="1368385"/>
                  </a:cubicBezTo>
                  <a:cubicBezTo>
                    <a:pt x="492274" y="1407755"/>
                    <a:pt x="497354" y="1449665"/>
                    <a:pt x="494814" y="1450935"/>
                  </a:cubicBezTo>
                  <a:cubicBezTo>
                    <a:pt x="492274" y="1450935"/>
                    <a:pt x="483384" y="1426805"/>
                    <a:pt x="484654" y="1425535"/>
                  </a:cubicBezTo>
                  <a:cubicBezTo>
                    <a:pt x="485924" y="1425535"/>
                    <a:pt x="508784" y="1452205"/>
                    <a:pt x="512594" y="1467445"/>
                  </a:cubicBezTo>
                  <a:cubicBezTo>
                    <a:pt x="517674" y="1482685"/>
                    <a:pt x="516404" y="1503005"/>
                    <a:pt x="511324" y="1516975"/>
                  </a:cubicBezTo>
                  <a:cubicBezTo>
                    <a:pt x="504974" y="1532215"/>
                    <a:pt x="492274" y="1547455"/>
                    <a:pt x="479574" y="1556345"/>
                  </a:cubicBezTo>
                  <a:cubicBezTo>
                    <a:pt x="465604" y="1565235"/>
                    <a:pt x="446554" y="1570315"/>
                    <a:pt x="430044" y="1567775"/>
                  </a:cubicBezTo>
                  <a:cubicBezTo>
                    <a:pt x="409724" y="1563965"/>
                    <a:pt x="379244" y="1546185"/>
                    <a:pt x="367814" y="1527135"/>
                  </a:cubicBezTo>
                  <a:cubicBezTo>
                    <a:pt x="357654" y="1508085"/>
                    <a:pt x="357654" y="1472525"/>
                    <a:pt x="367814" y="1453475"/>
                  </a:cubicBezTo>
                  <a:cubicBezTo>
                    <a:pt x="376704" y="1434425"/>
                    <a:pt x="407184" y="1415375"/>
                    <a:pt x="427504" y="1411565"/>
                  </a:cubicBezTo>
                  <a:cubicBezTo>
                    <a:pt x="444014" y="1407755"/>
                    <a:pt x="463064" y="1411565"/>
                    <a:pt x="477034" y="1421725"/>
                  </a:cubicBezTo>
                  <a:cubicBezTo>
                    <a:pt x="493544" y="1433155"/>
                    <a:pt x="515134" y="1462365"/>
                    <a:pt x="516404" y="1483955"/>
                  </a:cubicBezTo>
                  <a:cubicBezTo>
                    <a:pt x="517674" y="1505545"/>
                    <a:pt x="503704" y="1538565"/>
                    <a:pt x="485924" y="1551265"/>
                  </a:cubicBezTo>
                  <a:cubicBezTo>
                    <a:pt x="469414" y="1565235"/>
                    <a:pt x="430044" y="1566505"/>
                    <a:pt x="413534" y="1563965"/>
                  </a:cubicBezTo>
                  <a:cubicBezTo>
                    <a:pt x="403374" y="1562695"/>
                    <a:pt x="398294" y="1561425"/>
                    <a:pt x="390674" y="1552535"/>
                  </a:cubicBezTo>
                  <a:cubicBezTo>
                    <a:pt x="371624" y="1530945"/>
                    <a:pt x="356384" y="1469985"/>
                    <a:pt x="337334" y="1396325"/>
                  </a:cubicBezTo>
                  <a:cubicBezTo>
                    <a:pt x="296694" y="1238845"/>
                    <a:pt x="243354" y="813395"/>
                    <a:pt x="200174" y="629245"/>
                  </a:cubicBezTo>
                  <a:cubicBezTo>
                    <a:pt x="176044" y="523835"/>
                    <a:pt x="159534" y="467955"/>
                    <a:pt x="129054" y="382865"/>
                  </a:cubicBezTo>
                  <a:cubicBezTo>
                    <a:pt x="94764" y="287615"/>
                    <a:pt x="7134" y="144105"/>
                    <a:pt x="784" y="85685"/>
                  </a:cubicBezTo>
                  <a:cubicBezTo>
                    <a:pt x="-1756" y="61555"/>
                    <a:pt x="2054" y="48855"/>
                    <a:pt x="9674" y="34885"/>
                  </a:cubicBezTo>
                  <a:cubicBezTo>
                    <a:pt x="18564" y="20915"/>
                    <a:pt x="35074" y="6945"/>
                    <a:pt x="51584" y="3135"/>
                  </a:cubicBezTo>
                  <a:cubicBezTo>
                    <a:pt x="66824" y="-1945"/>
                    <a:pt x="88414" y="-675"/>
                    <a:pt x="102384" y="5675"/>
                  </a:cubicBezTo>
                  <a:cubicBezTo>
                    <a:pt x="117624" y="13295"/>
                    <a:pt x="139214" y="42505"/>
                    <a:pt x="139214" y="42505"/>
                  </a:cubicBezTo>
                </a:path>
              </a:pathLst>
            </a:custGeom>
            <a:solidFill>
              <a:srgbClr val="E7191F"/>
            </a:solidFill>
            <a:ln cap="sq">
              <a:noFill/>
              <a:prstDash val="solid"/>
              <a:miter/>
            </a:ln>
          </p:spPr>
          <p:txBody>
            <a:bodyPr/>
            <a:lstStyle/>
            <a:p>
              <a:endParaRPr lang="en-GB"/>
            </a:p>
          </p:txBody>
        </p:sp>
      </p:grpSp>
      <p:grpSp>
        <p:nvGrpSpPr>
          <p:cNvPr id="44" name="Group 44"/>
          <p:cNvGrpSpPr/>
          <p:nvPr/>
        </p:nvGrpSpPr>
        <p:grpSpPr>
          <a:xfrm>
            <a:off x="3011805" y="2663190"/>
            <a:ext cx="419100" cy="981075"/>
            <a:chOff x="0" y="0"/>
            <a:chExt cx="558800" cy="1308100"/>
          </a:xfrm>
        </p:grpSpPr>
        <p:sp>
          <p:nvSpPr>
            <p:cNvPr id="45" name="Freeform 45"/>
            <p:cNvSpPr/>
            <p:nvPr/>
          </p:nvSpPr>
          <p:spPr>
            <a:xfrm>
              <a:off x="50800" y="48382"/>
              <a:ext cx="457200" cy="1208649"/>
            </a:xfrm>
            <a:custGeom>
              <a:avLst/>
              <a:gdLst/>
              <a:ahLst/>
              <a:cxnLst/>
              <a:rect l="l" t="t" r="r" b="b"/>
              <a:pathLst>
                <a:path w="457200" h="1208649">
                  <a:moveTo>
                    <a:pt x="152400" y="63378"/>
                  </a:moveTo>
                  <a:cubicBezTo>
                    <a:pt x="173990" y="170058"/>
                    <a:pt x="196850" y="196728"/>
                    <a:pt x="213360" y="241178"/>
                  </a:cubicBezTo>
                  <a:cubicBezTo>
                    <a:pt x="242570" y="317378"/>
                    <a:pt x="278130" y="443108"/>
                    <a:pt x="307340" y="557408"/>
                  </a:cubicBezTo>
                  <a:cubicBezTo>
                    <a:pt x="341630" y="692028"/>
                    <a:pt x="373380" y="899038"/>
                    <a:pt x="405130" y="1000638"/>
                  </a:cubicBezTo>
                  <a:cubicBezTo>
                    <a:pt x="422910" y="1056518"/>
                    <a:pt x="455930" y="1094618"/>
                    <a:pt x="457200" y="1127638"/>
                  </a:cubicBezTo>
                  <a:cubicBezTo>
                    <a:pt x="457200" y="1146688"/>
                    <a:pt x="450850" y="1163198"/>
                    <a:pt x="440690" y="1175898"/>
                  </a:cubicBezTo>
                  <a:cubicBezTo>
                    <a:pt x="431800" y="1188598"/>
                    <a:pt x="414020" y="1201298"/>
                    <a:pt x="398780" y="1205108"/>
                  </a:cubicBezTo>
                  <a:cubicBezTo>
                    <a:pt x="383540" y="1210188"/>
                    <a:pt x="363220" y="1210188"/>
                    <a:pt x="347980" y="1202568"/>
                  </a:cubicBezTo>
                  <a:cubicBezTo>
                    <a:pt x="328930" y="1193678"/>
                    <a:pt x="304800" y="1165738"/>
                    <a:pt x="298450" y="1146688"/>
                  </a:cubicBezTo>
                  <a:cubicBezTo>
                    <a:pt x="293370" y="1130178"/>
                    <a:pt x="295910" y="1111128"/>
                    <a:pt x="303530" y="1095888"/>
                  </a:cubicBezTo>
                  <a:cubicBezTo>
                    <a:pt x="313690" y="1076838"/>
                    <a:pt x="341630" y="1052708"/>
                    <a:pt x="363220" y="1048898"/>
                  </a:cubicBezTo>
                  <a:cubicBezTo>
                    <a:pt x="384810" y="1045088"/>
                    <a:pt x="419100" y="1059058"/>
                    <a:pt x="434340" y="1073028"/>
                  </a:cubicBezTo>
                  <a:cubicBezTo>
                    <a:pt x="447040" y="1084458"/>
                    <a:pt x="454660" y="1102238"/>
                    <a:pt x="455930" y="1118748"/>
                  </a:cubicBezTo>
                  <a:cubicBezTo>
                    <a:pt x="458470" y="1135258"/>
                    <a:pt x="455930" y="1154308"/>
                    <a:pt x="445770" y="1168278"/>
                  </a:cubicBezTo>
                  <a:cubicBezTo>
                    <a:pt x="434340" y="1186058"/>
                    <a:pt x="403860" y="1206378"/>
                    <a:pt x="382270" y="1207648"/>
                  </a:cubicBezTo>
                  <a:cubicBezTo>
                    <a:pt x="359410" y="1210188"/>
                    <a:pt x="332740" y="1197488"/>
                    <a:pt x="313690" y="1177168"/>
                  </a:cubicBezTo>
                  <a:cubicBezTo>
                    <a:pt x="285750" y="1149228"/>
                    <a:pt x="270510" y="1093348"/>
                    <a:pt x="252730" y="1033658"/>
                  </a:cubicBezTo>
                  <a:cubicBezTo>
                    <a:pt x="223520" y="943488"/>
                    <a:pt x="212090" y="807598"/>
                    <a:pt x="179070" y="679328"/>
                  </a:cubicBezTo>
                  <a:cubicBezTo>
                    <a:pt x="137160" y="523118"/>
                    <a:pt x="35560" y="258958"/>
                    <a:pt x="12700" y="163708"/>
                  </a:cubicBezTo>
                  <a:cubicBezTo>
                    <a:pt x="3810" y="128148"/>
                    <a:pt x="0" y="111638"/>
                    <a:pt x="0" y="88778"/>
                  </a:cubicBezTo>
                  <a:cubicBezTo>
                    <a:pt x="1270" y="69728"/>
                    <a:pt x="2540" y="50678"/>
                    <a:pt x="11430" y="35438"/>
                  </a:cubicBezTo>
                  <a:cubicBezTo>
                    <a:pt x="20320" y="21468"/>
                    <a:pt x="38100" y="7498"/>
                    <a:pt x="54610" y="2418"/>
                  </a:cubicBezTo>
                  <a:cubicBezTo>
                    <a:pt x="71120" y="-1392"/>
                    <a:pt x="92710" y="-1392"/>
                    <a:pt x="109220" y="7498"/>
                  </a:cubicBezTo>
                  <a:cubicBezTo>
                    <a:pt x="127000" y="16388"/>
                    <a:pt x="152400" y="63378"/>
                    <a:pt x="152400" y="63378"/>
                  </a:cubicBezTo>
                </a:path>
              </a:pathLst>
            </a:custGeom>
            <a:solidFill>
              <a:srgbClr val="E7191F"/>
            </a:solidFill>
            <a:ln cap="sq">
              <a:noFill/>
              <a:prstDash val="solid"/>
              <a:miter/>
            </a:ln>
          </p:spPr>
          <p:txBody>
            <a:bodyPr/>
            <a:lstStyle/>
            <a:p>
              <a:endParaRPr lang="en-GB"/>
            </a:p>
          </p:txBody>
        </p:sp>
      </p:grpSp>
      <p:grpSp>
        <p:nvGrpSpPr>
          <p:cNvPr id="46" name="Group 46"/>
          <p:cNvGrpSpPr/>
          <p:nvPr/>
        </p:nvGrpSpPr>
        <p:grpSpPr>
          <a:xfrm>
            <a:off x="3303270" y="1988820"/>
            <a:ext cx="1176338" cy="1590675"/>
            <a:chOff x="0" y="0"/>
            <a:chExt cx="1568450" cy="2120900"/>
          </a:xfrm>
        </p:grpSpPr>
        <p:sp>
          <p:nvSpPr>
            <p:cNvPr id="47" name="Freeform 47"/>
            <p:cNvSpPr/>
            <p:nvPr/>
          </p:nvSpPr>
          <p:spPr>
            <a:xfrm>
              <a:off x="50146" y="48657"/>
              <a:ext cx="1468730" cy="2021677"/>
            </a:xfrm>
            <a:custGeom>
              <a:avLst/>
              <a:gdLst/>
              <a:ahLst/>
              <a:cxnLst/>
              <a:rect l="l" t="t" r="r" b="b"/>
              <a:pathLst>
                <a:path w="1468730" h="2021677">
                  <a:moveTo>
                    <a:pt x="142894" y="44053"/>
                  </a:moveTo>
                  <a:cubicBezTo>
                    <a:pt x="343554" y="571103"/>
                    <a:pt x="343554" y="618093"/>
                    <a:pt x="365144" y="695563"/>
                  </a:cubicBezTo>
                  <a:cubicBezTo>
                    <a:pt x="396894" y="802243"/>
                    <a:pt x="457854" y="933053"/>
                    <a:pt x="498494" y="1062593"/>
                  </a:cubicBezTo>
                  <a:cubicBezTo>
                    <a:pt x="544214" y="1207373"/>
                    <a:pt x="581044" y="1415653"/>
                    <a:pt x="622954" y="1526143"/>
                  </a:cubicBezTo>
                  <a:cubicBezTo>
                    <a:pt x="647084" y="1590913"/>
                    <a:pt x="659784" y="1626473"/>
                    <a:pt x="697884" y="1674733"/>
                  </a:cubicBezTo>
                  <a:cubicBezTo>
                    <a:pt x="744874" y="1736963"/>
                    <a:pt x="842664" y="1829673"/>
                    <a:pt x="898544" y="1852533"/>
                  </a:cubicBezTo>
                  <a:cubicBezTo>
                    <a:pt x="927754" y="1863963"/>
                    <a:pt x="949344" y="1861423"/>
                    <a:pt x="977284" y="1856343"/>
                  </a:cubicBezTo>
                  <a:cubicBezTo>
                    <a:pt x="1010304" y="1852533"/>
                    <a:pt x="1043324" y="1842373"/>
                    <a:pt x="1080154" y="1818243"/>
                  </a:cubicBezTo>
                  <a:cubicBezTo>
                    <a:pt x="1139844" y="1780143"/>
                    <a:pt x="1246524" y="1677273"/>
                    <a:pt x="1278274" y="1617583"/>
                  </a:cubicBezTo>
                  <a:cubicBezTo>
                    <a:pt x="1297324" y="1580753"/>
                    <a:pt x="1304944" y="1546463"/>
                    <a:pt x="1298594" y="1515983"/>
                  </a:cubicBezTo>
                  <a:cubicBezTo>
                    <a:pt x="1292244" y="1482963"/>
                    <a:pt x="1266844" y="1455023"/>
                    <a:pt x="1240174" y="1427083"/>
                  </a:cubicBezTo>
                  <a:cubicBezTo>
                    <a:pt x="1204614" y="1388983"/>
                    <a:pt x="1123334" y="1350883"/>
                    <a:pt x="1095394" y="1320403"/>
                  </a:cubicBezTo>
                  <a:cubicBezTo>
                    <a:pt x="1080154" y="1303893"/>
                    <a:pt x="1069994" y="1291193"/>
                    <a:pt x="1066184" y="1274683"/>
                  </a:cubicBezTo>
                  <a:cubicBezTo>
                    <a:pt x="1062374" y="1258173"/>
                    <a:pt x="1063644" y="1236583"/>
                    <a:pt x="1069994" y="1221343"/>
                  </a:cubicBezTo>
                  <a:cubicBezTo>
                    <a:pt x="1077614" y="1206103"/>
                    <a:pt x="1091584" y="1189593"/>
                    <a:pt x="1106824" y="1181973"/>
                  </a:cubicBezTo>
                  <a:cubicBezTo>
                    <a:pt x="1120794" y="1173083"/>
                    <a:pt x="1141114" y="1168003"/>
                    <a:pt x="1158894" y="1171813"/>
                  </a:cubicBezTo>
                  <a:cubicBezTo>
                    <a:pt x="1180484" y="1175623"/>
                    <a:pt x="1212234" y="1198483"/>
                    <a:pt x="1222394" y="1216263"/>
                  </a:cubicBezTo>
                  <a:cubicBezTo>
                    <a:pt x="1232554" y="1232773"/>
                    <a:pt x="1235094" y="1253093"/>
                    <a:pt x="1230014" y="1269603"/>
                  </a:cubicBezTo>
                  <a:cubicBezTo>
                    <a:pt x="1224934" y="1291193"/>
                    <a:pt x="1202074" y="1321673"/>
                    <a:pt x="1181754" y="1331833"/>
                  </a:cubicBezTo>
                  <a:cubicBezTo>
                    <a:pt x="1160164" y="1340723"/>
                    <a:pt x="1122064" y="1335643"/>
                    <a:pt x="1103014" y="1325483"/>
                  </a:cubicBezTo>
                  <a:cubicBezTo>
                    <a:pt x="1086504" y="1316593"/>
                    <a:pt x="1073804" y="1301353"/>
                    <a:pt x="1068724" y="1283573"/>
                  </a:cubicBezTo>
                  <a:cubicBezTo>
                    <a:pt x="1063644" y="1263253"/>
                    <a:pt x="1068724" y="1223883"/>
                    <a:pt x="1078884" y="1206103"/>
                  </a:cubicBezTo>
                  <a:cubicBezTo>
                    <a:pt x="1089044" y="1190863"/>
                    <a:pt x="1106824" y="1179433"/>
                    <a:pt x="1123334" y="1174353"/>
                  </a:cubicBezTo>
                  <a:cubicBezTo>
                    <a:pt x="1138574" y="1169273"/>
                    <a:pt x="1156354" y="1169273"/>
                    <a:pt x="1176674" y="1175623"/>
                  </a:cubicBezTo>
                  <a:cubicBezTo>
                    <a:pt x="1213504" y="1188323"/>
                    <a:pt x="1273194" y="1240393"/>
                    <a:pt x="1313834" y="1272143"/>
                  </a:cubicBezTo>
                  <a:cubicBezTo>
                    <a:pt x="1349394" y="1301353"/>
                    <a:pt x="1384954" y="1331833"/>
                    <a:pt x="1407814" y="1361043"/>
                  </a:cubicBezTo>
                  <a:cubicBezTo>
                    <a:pt x="1426864" y="1383903"/>
                    <a:pt x="1438294" y="1404223"/>
                    <a:pt x="1448454" y="1429623"/>
                  </a:cubicBezTo>
                  <a:cubicBezTo>
                    <a:pt x="1458614" y="1456293"/>
                    <a:pt x="1466234" y="1489313"/>
                    <a:pt x="1467504" y="1518523"/>
                  </a:cubicBezTo>
                  <a:cubicBezTo>
                    <a:pt x="1470044" y="1545193"/>
                    <a:pt x="1468774" y="1568053"/>
                    <a:pt x="1462424" y="1594723"/>
                  </a:cubicBezTo>
                  <a:cubicBezTo>
                    <a:pt x="1453534" y="1631553"/>
                    <a:pt x="1438294" y="1672193"/>
                    <a:pt x="1412894" y="1712833"/>
                  </a:cubicBezTo>
                  <a:cubicBezTo>
                    <a:pt x="1378604" y="1766173"/>
                    <a:pt x="1306214" y="1834753"/>
                    <a:pt x="1259224" y="1880473"/>
                  </a:cubicBezTo>
                  <a:cubicBezTo>
                    <a:pt x="1223664" y="1914763"/>
                    <a:pt x="1193184" y="1942703"/>
                    <a:pt x="1161434" y="1964293"/>
                  </a:cubicBezTo>
                  <a:cubicBezTo>
                    <a:pt x="1134764" y="1983343"/>
                    <a:pt x="1114444" y="1997313"/>
                    <a:pt x="1085234" y="2007473"/>
                  </a:cubicBezTo>
                  <a:cubicBezTo>
                    <a:pt x="1050944" y="2018903"/>
                    <a:pt x="1001414" y="2022713"/>
                    <a:pt x="963314" y="2021443"/>
                  </a:cubicBezTo>
                  <a:cubicBezTo>
                    <a:pt x="930294" y="2020173"/>
                    <a:pt x="907434" y="2017633"/>
                    <a:pt x="870604" y="2002393"/>
                  </a:cubicBezTo>
                  <a:cubicBezTo>
                    <a:pt x="808374" y="1975723"/>
                    <a:pt x="701694" y="1908413"/>
                    <a:pt x="636924" y="1838563"/>
                  </a:cubicBezTo>
                  <a:cubicBezTo>
                    <a:pt x="570884" y="1766173"/>
                    <a:pt x="525164" y="1676003"/>
                    <a:pt x="481984" y="1570593"/>
                  </a:cubicBezTo>
                  <a:cubicBezTo>
                    <a:pt x="428644" y="1441053"/>
                    <a:pt x="409594" y="1255633"/>
                    <a:pt x="363874" y="1110853"/>
                  </a:cubicBezTo>
                  <a:cubicBezTo>
                    <a:pt x="321964" y="976233"/>
                    <a:pt x="264814" y="859393"/>
                    <a:pt x="222904" y="729853"/>
                  </a:cubicBezTo>
                  <a:cubicBezTo>
                    <a:pt x="180994" y="601583"/>
                    <a:pt x="151784" y="451723"/>
                    <a:pt x="109874" y="337423"/>
                  </a:cubicBezTo>
                  <a:cubicBezTo>
                    <a:pt x="76854" y="242173"/>
                    <a:pt x="7004" y="139303"/>
                    <a:pt x="654" y="85963"/>
                  </a:cubicBezTo>
                  <a:cubicBezTo>
                    <a:pt x="-1886" y="63103"/>
                    <a:pt x="3194" y="47863"/>
                    <a:pt x="12084" y="33893"/>
                  </a:cubicBezTo>
                  <a:cubicBezTo>
                    <a:pt x="19704" y="19923"/>
                    <a:pt x="37484" y="7223"/>
                    <a:pt x="53994" y="2143"/>
                  </a:cubicBezTo>
                  <a:cubicBezTo>
                    <a:pt x="69234" y="-1667"/>
                    <a:pt x="92094" y="-397"/>
                    <a:pt x="106064" y="5953"/>
                  </a:cubicBezTo>
                  <a:cubicBezTo>
                    <a:pt x="121304" y="13573"/>
                    <a:pt x="142894" y="44053"/>
                    <a:pt x="142894" y="44053"/>
                  </a:cubicBezTo>
                </a:path>
              </a:pathLst>
            </a:custGeom>
            <a:solidFill>
              <a:srgbClr val="E7191F"/>
            </a:solidFill>
            <a:ln cap="sq">
              <a:noFill/>
              <a:prstDash val="solid"/>
              <a:miter/>
            </a:ln>
          </p:spPr>
          <p:txBody>
            <a:bodyPr/>
            <a:lstStyle/>
            <a:p>
              <a:endParaRPr lang="en-GB"/>
            </a:p>
          </p:txBody>
        </p:sp>
      </p:grpSp>
      <p:grpSp>
        <p:nvGrpSpPr>
          <p:cNvPr id="48" name="Group 48"/>
          <p:cNvGrpSpPr/>
          <p:nvPr/>
        </p:nvGrpSpPr>
        <p:grpSpPr>
          <a:xfrm>
            <a:off x="3301365" y="2321242"/>
            <a:ext cx="886777" cy="290512"/>
            <a:chOff x="0" y="0"/>
            <a:chExt cx="1182370" cy="387350"/>
          </a:xfrm>
        </p:grpSpPr>
        <p:sp>
          <p:nvSpPr>
            <p:cNvPr id="49" name="Freeform 49"/>
            <p:cNvSpPr/>
            <p:nvPr/>
          </p:nvSpPr>
          <p:spPr>
            <a:xfrm>
              <a:off x="50564" y="49118"/>
              <a:ext cx="1080305" cy="295217"/>
            </a:xfrm>
            <a:custGeom>
              <a:avLst/>
              <a:gdLst/>
              <a:ahLst/>
              <a:cxnLst/>
              <a:rect l="l" t="t" r="r" b="b"/>
              <a:pathLst>
                <a:path w="1080305" h="295217">
                  <a:moveTo>
                    <a:pt x="76436" y="132492"/>
                  </a:moveTo>
                  <a:cubicBezTo>
                    <a:pt x="496806" y="117252"/>
                    <a:pt x="659366" y="52482"/>
                    <a:pt x="766046" y="30892"/>
                  </a:cubicBezTo>
                  <a:cubicBezTo>
                    <a:pt x="838436" y="15652"/>
                    <a:pt x="898126" y="4222"/>
                    <a:pt x="948926" y="2952"/>
                  </a:cubicBezTo>
                  <a:cubicBezTo>
                    <a:pt x="985756" y="2952"/>
                    <a:pt x="1023856" y="-858"/>
                    <a:pt x="1045446" y="15652"/>
                  </a:cubicBezTo>
                  <a:cubicBezTo>
                    <a:pt x="1064496" y="28352"/>
                    <a:pt x="1081006" y="60102"/>
                    <a:pt x="1079736" y="81692"/>
                  </a:cubicBezTo>
                  <a:cubicBezTo>
                    <a:pt x="1079736" y="104552"/>
                    <a:pt x="1060686" y="135032"/>
                    <a:pt x="1044176" y="147732"/>
                  </a:cubicBezTo>
                  <a:cubicBezTo>
                    <a:pt x="1030206" y="159162"/>
                    <a:pt x="1009886" y="161702"/>
                    <a:pt x="994646" y="161702"/>
                  </a:cubicBezTo>
                  <a:cubicBezTo>
                    <a:pt x="978136" y="160432"/>
                    <a:pt x="959086" y="152812"/>
                    <a:pt x="946386" y="141382"/>
                  </a:cubicBezTo>
                  <a:cubicBezTo>
                    <a:pt x="934956" y="131222"/>
                    <a:pt x="924796" y="113442"/>
                    <a:pt x="920986" y="96932"/>
                  </a:cubicBezTo>
                  <a:cubicBezTo>
                    <a:pt x="917176" y="81692"/>
                    <a:pt x="918446" y="61372"/>
                    <a:pt x="927336" y="46132"/>
                  </a:cubicBezTo>
                  <a:cubicBezTo>
                    <a:pt x="937496" y="28352"/>
                    <a:pt x="967976" y="6762"/>
                    <a:pt x="988296" y="1682"/>
                  </a:cubicBezTo>
                  <a:cubicBezTo>
                    <a:pt x="1004806" y="-2128"/>
                    <a:pt x="1023856" y="412"/>
                    <a:pt x="1037826" y="10572"/>
                  </a:cubicBezTo>
                  <a:cubicBezTo>
                    <a:pt x="1055606" y="22002"/>
                    <a:pt x="1075926" y="52482"/>
                    <a:pt x="1079736" y="72802"/>
                  </a:cubicBezTo>
                  <a:cubicBezTo>
                    <a:pt x="1082276" y="90582"/>
                    <a:pt x="1075926" y="109632"/>
                    <a:pt x="1068306" y="123602"/>
                  </a:cubicBezTo>
                  <a:cubicBezTo>
                    <a:pt x="1059416" y="137572"/>
                    <a:pt x="1049256" y="146462"/>
                    <a:pt x="1028936" y="156622"/>
                  </a:cubicBezTo>
                  <a:cubicBezTo>
                    <a:pt x="981946" y="176942"/>
                    <a:pt x="866376" y="170592"/>
                    <a:pt x="771126" y="188372"/>
                  </a:cubicBezTo>
                  <a:cubicBezTo>
                    <a:pt x="653016" y="209962"/>
                    <a:pt x="498076" y="270922"/>
                    <a:pt x="374886" y="286162"/>
                  </a:cubicBezTo>
                  <a:cubicBezTo>
                    <a:pt x="269476" y="298862"/>
                    <a:pt x="134856" y="297592"/>
                    <a:pt x="76436" y="286162"/>
                  </a:cubicBezTo>
                  <a:cubicBezTo>
                    <a:pt x="52306" y="282352"/>
                    <a:pt x="38336" y="278542"/>
                    <a:pt x="25636" y="267112"/>
                  </a:cubicBezTo>
                  <a:cubicBezTo>
                    <a:pt x="12936" y="255682"/>
                    <a:pt x="2776" y="235362"/>
                    <a:pt x="236" y="218852"/>
                  </a:cubicBezTo>
                  <a:cubicBezTo>
                    <a:pt x="-1034" y="202342"/>
                    <a:pt x="2776" y="179482"/>
                    <a:pt x="12936" y="166782"/>
                  </a:cubicBezTo>
                  <a:cubicBezTo>
                    <a:pt x="25636" y="150272"/>
                    <a:pt x="76436" y="132492"/>
                    <a:pt x="76436" y="132492"/>
                  </a:cubicBezTo>
                </a:path>
              </a:pathLst>
            </a:custGeom>
            <a:solidFill>
              <a:srgbClr val="E7191F"/>
            </a:solidFill>
            <a:ln cap="sq">
              <a:noFill/>
              <a:prstDash val="solid"/>
              <a:miter/>
            </a:ln>
          </p:spPr>
          <p:txBody>
            <a:bodyPr/>
            <a:lstStyle/>
            <a:p>
              <a:endParaRPr lang="en-GB"/>
            </a:p>
          </p:txBody>
        </p:sp>
      </p:grpSp>
      <p:grpSp>
        <p:nvGrpSpPr>
          <p:cNvPr id="50" name="Group 50"/>
          <p:cNvGrpSpPr/>
          <p:nvPr/>
        </p:nvGrpSpPr>
        <p:grpSpPr>
          <a:xfrm>
            <a:off x="3092767" y="2339340"/>
            <a:ext cx="287655" cy="191452"/>
            <a:chOff x="0" y="0"/>
            <a:chExt cx="383540" cy="255270"/>
          </a:xfrm>
        </p:grpSpPr>
        <p:sp>
          <p:nvSpPr>
            <p:cNvPr id="51" name="Freeform 51"/>
            <p:cNvSpPr/>
            <p:nvPr/>
          </p:nvSpPr>
          <p:spPr>
            <a:xfrm>
              <a:off x="50503" y="50476"/>
              <a:ext cx="281160" cy="158439"/>
            </a:xfrm>
            <a:custGeom>
              <a:avLst/>
              <a:gdLst/>
              <a:ahLst/>
              <a:cxnLst/>
              <a:rect l="l" t="t" r="r" b="b"/>
              <a:pathLst>
                <a:path w="281160" h="158439">
                  <a:moveTo>
                    <a:pt x="75227" y="324"/>
                  </a:moveTo>
                  <a:cubicBezTo>
                    <a:pt x="247947" y="10484"/>
                    <a:pt x="259377" y="20644"/>
                    <a:pt x="268267" y="33344"/>
                  </a:cubicBezTo>
                  <a:cubicBezTo>
                    <a:pt x="277157" y="46044"/>
                    <a:pt x="282237" y="65094"/>
                    <a:pt x="280967" y="81604"/>
                  </a:cubicBezTo>
                  <a:cubicBezTo>
                    <a:pt x="280967" y="96844"/>
                    <a:pt x="274617" y="114624"/>
                    <a:pt x="263187" y="127324"/>
                  </a:cubicBezTo>
                  <a:cubicBezTo>
                    <a:pt x="249217" y="141294"/>
                    <a:pt x="217467" y="155264"/>
                    <a:pt x="195877" y="153994"/>
                  </a:cubicBezTo>
                  <a:cubicBezTo>
                    <a:pt x="175557" y="151454"/>
                    <a:pt x="146347" y="132404"/>
                    <a:pt x="136187" y="113354"/>
                  </a:cubicBezTo>
                  <a:cubicBezTo>
                    <a:pt x="126027" y="94304"/>
                    <a:pt x="126027" y="60014"/>
                    <a:pt x="136187" y="40964"/>
                  </a:cubicBezTo>
                  <a:cubicBezTo>
                    <a:pt x="146347" y="21914"/>
                    <a:pt x="175557" y="2864"/>
                    <a:pt x="195877" y="324"/>
                  </a:cubicBezTo>
                  <a:cubicBezTo>
                    <a:pt x="217467" y="-2216"/>
                    <a:pt x="249217" y="10484"/>
                    <a:pt x="263187" y="26994"/>
                  </a:cubicBezTo>
                  <a:cubicBezTo>
                    <a:pt x="277157" y="43504"/>
                    <a:pt x="282237" y="77794"/>
                    <a:pt x="278427" y="98114"/>
                  </a:cubicBezTo>
                  <a:cubicBezTo>
                    <a:pt x="275887" y="113354"/>
                    <a:pt x="263187" y="128594"/>
                    <a:pt x="251757" y="138754"/>
                  </a:cubicBezTo>
                  <a:cubicBezTo>
                    <a:pt x="239057" y="147644"/>
                    <a:pt x="225087" y="151454"/>
                    <a:pt x="204767" y="153994"/>
                  </a:cubicBezTo>
                  <a:cubicBezTo>
                    <a:pt x="169207" y="159074"/>
                    <a:pt x="91737" y="161614"/>
                    <a:pt x="57447" y="151454"/>
                  </a:cubicBezTo>
                  <a:cubicBezTo>
                    <a:pt x="37127" y="145104"/>
                    <a:pt x="21887" y="132404"/>
                    <a:pt x="12997" y="120974"/>
                  </a:cubicBezTo>
                  <a:cubicBezTo>
                    <a:pt x="5377" y="110814"/>
                    <a:pt x="297" y="99384"/>
                    <a:pt x="297" y="86684"/>
                  </a:cubicBezTo>
                  <a:cubicBezTo>
                    <a:pt x="-973" y="70174"/>
                    <a:pt x="1567" y="47314"/>
                    <a:pt x="12997" y="33344"/>
                  </a:cubicBezTo>
                  <a:cubicBezTo>
                    <a:pt x="25697" y="18104"/>
                    <a:pt x="75227" y="324"/>
                    <a:pt x="75227" y="324"/>
                  </a:cubicBezTo>
                </a:path>
              </a:pathLst>
            </a:custGeom>
            <a:solidFill>
              <a:srgbClr val="E7191F"/>
            </a:solidFill>
            <a:ln cap="sq">
              <a:noFill/>
              <a:prstDash val="solid"/>
              <a:miter/>
            </a:ln>
          </p:spPr>
          <p:txBody>
            <a:bodyPr/>
            <a:lstStyle/>
            <a:p>
              <a:endParaRPr lang="en-GB"/>
            </a:p>
          </p:txBody>
        </p:sp>
      </p:grpSp>
      <p:grpSp>
        <p:nvGrpSpPr>
          <p:cNvPr id="52" name="Group 52"/>
          <p:cNvGrpSpPr/>
          <p:nvPr/>
        </p:nvGrpSpPr>
        <p:grpSpPr>
          <a:xfrm>
            <a:off x="4574858" y="1763077"/>
            <a:ext cx="627698" cy="1286827"/>
            <a:chOff x="0" y="0"/>
            <a:chExt cx="836930" cy="1715770"/>
          </a:xfrm>
        </p:grpSpPr>
        <p:sp>
          <p:nvSpPr>
            <p:cNvPr id="53" name="Freeform 53"/>
            <p:cNvSpPr/>
            <p:nvPr/>
          </p:nvSpPr>
          <p:spPr>
            <a:xfrm>
              <a:off x="49504" y="48098"/>
              <a:ext cx="738313" cy="1616980"/>
            </a:xfrm>
            <a:custGeom>
              <a:avLst/>
              <a:gdLst/>
              <a:ahLst/>
              <a:cxnLst/>
              <a:rect l="l" t="t" r="r" b="b"/>
              <a:pathLst>
                <a:path w="738313" h="1616980">
                  <a:moveTo>
                    <a:pt x="134646" y="28102"/>
                  </a:moveTo>
                  <a:cubicBezTo>
                    <a:pt x="203226" y="120812"/>
                    <a:pt x="218466" y="155102"/>
                    <a:pt x="237516" y="199552"/>
                  </a:cubicBezTo>
                  <a:cubicBezTo>
                    <a:pt x="269266" y="269402"/>
                    <a:pt x="312446" y="373542"/>
                    <a:pt x="344196" y="466252"/>
                  </a:cubicBezTo>
                  <a:cubicBezTo>
                    <a:pt x="377216" y="561502"/>
                    <a:pt x="396266" y="659292"/>
                    <a:pt x="429286" y="762162"/>
                  </a:cubicBezTo>
                  <a:cubicBezTo>
                    <a:pt x="466116" y="875192"/>
                    <a:pt x="508026" y="1022512"/>
                    <a:pt x="556286" y="1116492"/>
                  </a:cubicBezTo>
                  <a:cubicBezTo>
                    <a:pt x="590576" y="1186342"/>
                    <a:pt x="638836" y="1223172"/>
                    <a:pt x="668046" y="1286672"/>
                  </a:cubicBezTo>
                  <a:cubicBezTo>
                    <a:pt x="699796" y="1356522"/>
                    <a:pt x="729006" y="1478442"/>
                    <a:pt x="731546" y="1524162"/>
                  </a:cubicBezTo>
                  <a:cubicBezTo>
                    <a:pt x="732816" y="1543212"/>
                    <a:pt x="732816" y="1550832"/>
                    <a:pt x="726466" y="1563532"/>
                  </a:cubicBezTo>
                  <a:cubicBezTo>
                    <a:pt x="720116" y="1578772"/>
                    <a:pt x="702336" y="1599092"/>
                    <a:pt x="688366" y="1606712"/>
                  </a:cubicBezTo>
                  <a:cubicBezTo>
                    <a:pt x="676936" y="1614332"/>
                    <a:pt x="662966" y="1616872"/>
                    <a:pt x="650266" y="1616872"/>
                  </a:cubicBezTo>
                  <a:cubicBezTo>
                    <a:pt x="637566" y="1616872"/>
                    <a:pt x="623596" y="1614332"/>
                    <a:pt x="612166" y="1606712"/>
                  </a:cubicBezTo>
                  <a:cubicBezTo>
                    <a:pt x="598196" y="1597822"/>
                    <a:pt x="580416" y="1582582"/>
                    <a:pt x="574066" y="1563532"/>
                  </a:cubicBezTo>
                  <a:cubicBezTo>
                    <a:pt x="565176" y="1538132"/>
                    <a:pt x="568986" y="1486062"/>
                    <a:pt x="579146" y="1460662"/>
                  </a:cubicBezTo>
                  <a:cubicBezTo>
                    <a:pt x="586766" y="1442882"/>
                    <a:pt x="598196" y="1428912"/>
                    <a:pt x="613436" y="1421292"/>
                  </a:cubicBezTo>
                  <a:cubicBezTo>
                    <a:pt x="632486" y="1411132"/>
                    <a:pt x="669316" y="1407322"/>
                    <a:pt x="690906" y="1417482"/>
                  </a:cubicBezTo>
                  <a:cubicBezTo>
                    <a:pt x="711226" y="1427642"/>
                    <a:pt x="732816" y="1456852"/>
                    <a:pt x="736626" y="1479712"/>
                  </a:cubicBezTo>
                  <a:cubicBezTo>
                    <a:pt x="739166" y="1501302"/>
                    <a:pt x="727736" y="1536862"/>
                    <a:pt x="711226" y="1552102"/>
                  </a:cubicBezTo>
                  <a:cubicBezTo>
                    <a:pt x="694716" y="1567342"/>
                    <a:pt x="657886" y="1574962"/>
                    <a:pt x="636296" y="1571152"/>
                  </a:cubicBezTo>
                  <a:cubicBezTo>
                    <a:pt x="618516" y="1568612"/>
                    <a:pt x="602006" y="1557182"/>
                    <a:pt x="591846" y="1544482"/>
                  </a:cubicBezTo>
                  <a:cubicBezTo>
                    <a:pt x="581686" y="1531782"/>
                    <a:pt x="572796" y="1512732"/>
                    <a:pt x="572796" y="1494952"/>
                  </a:cubicBezTo>
                  <a:cubicBezTo>
                    <a:pt x="574066" y="1473362"/>
                    <a:pt x="588036" y="1439072"/>
                    <a:pt x="605816" y="1426372"/>
                  </a:cubicBezTo>
                  <a:cubicBezTo>
                    <a:pt x="624866" y="1412402"/>
                    <a:pt x="660426" y="1407322"/>
                    <a:pt x="682016" y="1413672"/>
                  </a:cubicBezTo>
                  <a:cubicBezTo>
                    <a:pt x="703606" y="1421292"/>
                    <a:pt x="726466" y="1449232"/>
                    <a:pt x="734086" y="1470822"/>
                  </a:cubicBezTo>
                  <a:cubicBezTo>
                    <a:pt x="741706" y="1492412"/>
                    <a:pt x="737896" y="1522892"/>
                    <a:pt x="731546" y="1544482"/>
                  </a:cubicBezTo>
                  <a:cubicBezTo>
                    <a:pt x="726466" y="1563532"/>
                    <a:pt x="718846" y="1583852"/>
                    <a:pt x="704876" y="1595282"/>
                  </a:cubicBezTo>
                  <a:cubicBezTo>
                    <a:pt x="690906" y="1607982"/>
                    <a:pt x="669316" y="1618142"/>
                    <a:pt x="650266" y="1616872"/>
                  </a:cubicBezTo>
                  <a:cubicBezTo>
                    <a:pt x="628676" y="1615602"/>
                    <a:pt x="600736" y="1604172"/>
                    <a:pt x="582956" y="1581312"/>
                  </a:cubicBezTo>
                  <a:cubicBezTo>
                    <a:pt x="551206" y="1540672"/>
                    <a:pt x="555016" y="1437802"/>
                    <a:pt x="525806" y="1361602"/>
                  </a:cubicBezTo>
                  <a:cubicBezTo>
                    <a:pt x="491516" y="1270162"/>
                    <a:pt x="426746" y="1192692"/>
                    <a:pt x="379756" y="1077122"/>
                  </a:cubicBezTo>
                  <a:cubicBezTo>
                    <a:pt x="309906" y="909482"/>
                    <a:pt x="236246" y="608492"/>
                    <a:pt x="176556" y="444662"/>
                  </a:cubicBezTo>
                  <a:cubicBezTo>
                    <a:pt x="135916" y="337982"/>
                    <a:pt x="100356" y="247812"/>
                    <a:pt x="66066" y="183042"/>
                  </a:cubicBezTo>
                  <a:cubicBezTo>
                    <a:pt x="43206" y="142402"/>
                    <a:pt x="7646" y="117002"/>
                    <a:pt x="1296" y="89062"/>
                  </a:cubicBezTo>
                  <a:cubicBezTo>
                    <a:pt x="-2514" y="70012"/>
                    <a:pt x="2566" y="50962"/>
                    <a:pt x="10186" y="36992"/>
                  </a:cubicBezTo>
                  <a:cubicBezTo>
                    <a:pt x="19076" y="21752"/>
                    <a:pt x="36856" y="7782"/>
                    <a:pt x="52096" y="2702"/>
                  </a:cubicBezTo>
                  <a:cubicBezTo>
                    <a:pt x="68606" y="-2378"/>
                    <a:pt x="91466" y="162"/>
                    <a:pt x="105436" y="6512"/>
                  </a:cubicBezTo>
                  <a:cubicBezTo>
                    <a:pt x="118136" y="10322"/>
                    <a:pt x="134646" y="28102"/>
                    <a:pt x="134646" y="28102"/>
                  </a:cubicBezTo>
                </a:path>
              </a:pathLst>
            </a:custGeom>
            <a:solidFill>
              <a:srgbClr val="E7191F"/>
            </a:solidFill>
            <a:ln cap="sq">
              <a:noFill/>
              <a:prstDash val="solid"/>
              <a:miter/>
            </a:ln>
          </p:spPr>
          <p:txBody>
            <a:bodyPr/>
            <a:lstStyle/>
            <a:p>
              <a:endParaRPr lang="en-GB"/>
            </a:p>
          </p:txBody>
        </p:sp>
      </p:grpSp>
      <p:grpSp>
        <p:nvGrpSpPr>
          <p:cNvPr id="54" name="Group 54"/>
          <p:cNvGrpSpPr/>
          <p:nvPr/>
        </p:nvGrpSpPr>
        <p:grpSpPr>
          <a:xfrm>
            <a:off x="5233035" y="3081338"/>
            <a:ext cx="188595" cy="184785"/>
            <a:chOff x="0" y="0"/>
            <a:chExt cx="251460" cy="246380"/>
          </a:xfrm>
        </p:grpSpPr>
        <p:sp>
          <p:nvSpPr>
            <p:cNvPr id="55" name="Freeform 55"/>
            <p:cNvSpPr/>
            <p:nvPr/>
          </p:nvSpPr>
          <p:spPr>
            <a:xfrm>
              <a:off x="50800" y="50746"/>
              <a:ext cx="149860" cy="147477"/>
            </a:xfrm>
            <a:custGeom>
              <a:avLst/>
              <a:gdLst/>
              <a:ahLst/>
              <a:cxnLst/>
              <a:rect l="l" t="t" r="r" b="b"/>
              <a:pathLst>
                <a:path w="149860" h="147477">
                  <a:moveTo>
                    <a:pt x="149860" y="52124"/>
                  </a:moveTo>
                  <a:cubicBezTo>
                    <a:pt x="129540" y="133404"/>
                    <a:pt x="120650" y="139754"/>
                    <a:pt x="107950" y="144834"/>
                  </a:cubicBezTo>
                  <a:cubicBezTo>
                    <a:pt x="90170" y="149914"/>
                    <a:pt x="54610" y="147374"/>
                    <a:pt x="36830" y="139754"/>
                  </a:cubicBezTo>
                  <a:cubicBezTo>
                    <a:pt x="25400" y="134674"/>
                    <a:pt x="17780" y="124514"/>
                    <a:pt x="11430" y="114354"/>
                  </a:cubicBezTo>
                  <a:cubicBezTo>
                    <a:pt x="5080" y="104194"/>
                    <a:pt x="0" y="92764"/>
                    <a:pt x="0" y="78794"/>
                  </a:cubicBezTo>
                  <a:cubicBezTo>
                    <a:pt x="1270" y="61014"/>
                    <a:pt x="16510" y="27994"/>
                    <a:pt x="29210" y="15294"/>
                  </a:cubicBezTo>
                  <a:cubicBezTo>
                    <a:pt x="39370" y="5134"/>
                    <a:pt x="49530" y="54"/>
                    <a:pt x="63500" y="54"/>
                  </a:cubicBezTo>
                  <a:cubicBezTo>
                    <a:pt x="81280" y="-1216"/>
                    <a:pt x="130810" y="20374"/>
                    <a:pt x="130810" y="20374"/>
                  </a:cubicBezTo>
                </a:path>
              </a:pathLst>
            </a:custGeom>
            <a:solidFill>
              <a:srgbClr val="E7191F"/>
            </a:solidFill>
            <a:ln cap="sq">
              <a:noFill/>
              <a:prstDash val="solid"/>
              <a:miter/>
            </a:ln>
          </p:spPr>
          <p:txBody>
            <a:bodyPr/>
            <a:lstStyle/>
            <a:p>
              <a:endParaRPr lang="en-GB"/>
            </a:p>
          </p:txBody>
        </p:sp>
      </p:grpSp>
      <p:grpSp>
        <p:nvGrpSpPr>
          <p:cNvPr id="56" name="Group 56"/>
          <p:cNvGrpSpPr/>
          <p:nvPr/>
        </p:nvGrpSpPr>
        <p:grpSpPr>
          <a:xfrm>
            <a:off x="1351598" y="7853362"/>
            <a:ext cx="4338638" cy="1476375"/>
            <a:chOff x="0" y="0"/>
            <a:chExt cx="5784850" cy="1968500"/>
          </a:xfrm>
        </p:grpSpPr>
        <p:sp>
          <p:nvSpPr>
            <p:cNvPr id="57" name="Freeform 57"/>
            <p:cNvSpPr/>
            <p:nvPr/>
          </p:nvSpPr>
          <p:spPr>
            <a:xfrm>
              <a:off x="44918" y="50556"/>
              <a:ext cx="5691486" cy="1884664"/>
            </a:xfrm>
            <a:custGeom>
              <a:avLst/>
              <a:gdLst/>
              <a:ahLst/>
              <a:cxnLst/>
              <a:rect l="l" t="t" r="r" b="b"/>
              <a:pathLst>
                <a:path w="5691486" h="1884664">
                  <a:moveTo>
                    <a:pt x="163362" y="129784"/>
                  </a:moveTo>
                  <a:cubicBezTo>
                    <a:pt x="182412" y="326634"/>
                    <a:pt x="226862" y="379974"/>
                    <a:pt x="244642" y="432044"/>
                  </a:cubicBezTo>
                  <a:cubicBezTo>
                    <a:pt x="258612" y="475224"/>
                    <a:pt x="252262" y="510784"/>
                    <a:pt x="270042" y="560314"/>
                  </a:cubicBezTo>
                  <a:cubicBezTo>
                    <a:pt x="296712" y="636514"/>
                    <a:pt x="381802" y="753354"/>
                    <a:pt x="416092" y="834634"/>
                  </a:cubicBezTo>
                  <a:cubicBezTo>
                    <a:pt x="441492" y="895594"/>
                    <a:pt x="444032" y="947664"/>
                    <a:pt x="468162" y="1002274"/>
                  </a:cubicBezTo>
                  <a:cubicBezTo>
                    <a:pt x="493562" y="1060694"/>
                    <a:pt x="527852" y="1119114"/>
                    <a:pt x="565952" y="1172454"/>
                  </a:cubicBezTo>
                  <a:cubicBezTo>
                    <a:pt x="605322" y="1227064"/>
                    <a:pt x="651042" y="1277864"/>
                    <a:pt x="698032" y="1323584"/>
                  </a:cubicBezTo>
                  <a:cubicBezTo>
                    <a:pt x="746292" y="1369304"/>
                    <a:pt x="793282" y="1407404"/>
                    <a:pt x="851702" y="1444234"/>
                  </a:cubicBezTo>
                  <a:cubicBezTo>
                    <a:pt x="920282" y="1487414"/>
                    <a:pt x="997752" y="1528054"/>
                    <a:pt x="1090462" y="1559804"/>
                  </a:cubicBezTo>
                  <a:cubicBezTo>
                    <a:pt x="1206032" y="1600444"/>
                    <a:pt x="1347002" y="1629654"/>
                    <a:pt x="1496862" y="1648704"/>
                  </a:cubicBezTo>
                  <a:cubicBezTo>
                    <a:pt x="1678472" y="1670294"/>
                    <a:pt x="1888022" y="1662674"/>
                    <a:pt x="2102652" y="1665214"/>
                  </a:cubicBezTo>
                  <a:cubicBezTo>
                    <a:pt x="2346492" y="1667754"/>
                    <a:pt x="2669072" y="1652514"/>
                    <a:pt x="2884972" y="1662674"/>
                  </a:cubicBezTo>
                  <a:cubicBezTo>
                    <a:pt x="3039912" y="1670294"/>
                    <a:pt x="3117382" y="1694424"/>
                    <a:pt x="3281212" y="1702044"/>
                  </a:cubicBezTo>
                  <a:cubicBezTo>
                    <a:pt x="3545372" y="1714744"/>
                    <a:pt x="4123222" y="1712204"/>
                    <a:pt x="4322612" y="1700774"/>
                  </a:cubicBezTo>
                  <a:cubicBezTo>
                    <a:pt x="4403892" y="1695694"/>
                    <a:pt x="4445802" y="1693154"/>
                    <a:pt x="4494062" y="1680454"/>
                  </a:cubicBezTo>
                  <a:cubicBezTo>
                    <a:pt x="4530892" y="1671564"/>
                    <a:pt x="4546132" y="1656324"/>
                    <a:pt x="4589312" y="1642354"/>
                  </a:cubicBezTo>
                  <a:cubicBezTo>
                    <a:pt x="4673132" y="1615684"/>
                    <a:pt x="4881412" y="1577584"/>
                    <a:pt x="4971582" y="1550914"/>
                  </a:cubicBezTo>
                  <a:cubicBezTo>
                    <a:pt x="5022382" y="1535674"/>
                    <a:pt x="5051592" y="1519164"/>
                    <a:pt x="5087152" y="1510274"/>
                  </a:cubicBezTo>
                  <a:cubicBezTo>
                    <a:pt x="5118902" y="1502654"/>
                    <a:pt x="5146842" y="1511544"/>
                    <a:pt x="5176052" y="1498844"/>
                  </a:cubicBezTo>
                  <a:cubicBezTo>
                    <a:pt x="5211612" y="1483604"/>
                    <a:pt x="5249712" y="1456934"/>
                    <a:pt x="5282732" y="1416294"/>
                  </a:cubicBezTo>
                  <a:cubicBezTo>
                    <a:pt x="5329722" y="1355334"/>
                    <a:pt x="5372902" y="1229604"/>
                    <a:pt x="5405922" y="1148324"/>
                  </a:cubicBezTo>
                  <a:cubicBezTo>
                    <a:pt x="5431322" y="1081014"/>
                    <a:pt x="5459262" y="1012434"/>
                    <a:pt x="5468152" y="962904"/>
                  </a:cubicBezTo>
                  <a:cubicBezTo>
                    <a:pt x="5474502" y="932424"/>
                    <a:pt x="5466882" y="917184"/>
                    <a:pt x="5470692" y="886704"/>
                  </a:cubicBezTo>
                  <a:cubicBezTo>
                    <a:pt x="5477042" y="839714"/>
                    <a:pt x="5507522" y="766054"/>
                    <a:pt x="5515142" y="706364"/>
                  </a:cubicBezTo>
                  <a:cubicBezTo>
                    <a:pt x="5521492" y="649214"/>
                    <a:pt x="5517682" y="584444"/>
                    <a:pt x="5513872" y="536184"/>
                  </a:cubicBezTo>
                  <a:cubicBezTo>
                    <a:pt x="5510062" y="501894"/>
                    <a:pt x="5506252" y="485384"/>
                    <a:pt x="5498632" y="446014"/>
                  </a:cubicBezTo>
                  <a:cubicBezTo>
                    <a:pt x="5480852" y="367274"/>
                    <a:pt x="5405922" y="176774"/>
                    <a:pt x="5407192" y="103114"/>
                  </a:cubicBezTo>
                  <a:cubicBezTo>
                    <a:pt x="5408462" y="67554"/>
                    <a:pt x="5414812" y="42154"/>
                    <a:pt x="5431322" y="24374"/>
                  </a:cubicBezTo>
                  <a:cubicBezTo>
                    <a:pt x="5449102" y="7864"/>
                    <a:pt x="5487202" y="-3566"/>
                    <a:pt x="5511332" y="1514"/>
                  </a:cubicBezTo>
                  <a:cubicBezTo>
                    <a:pt x="5534192" y="5324"/>
                    <a:pt x="5564672" y="30724"/>
                    <a:pt x="5574832" y="52314"/>
                  </a:cubicBezTo>
                  <a:cubicBezTo>
                    <a:pt x="5583722" y="75174"/>
                    <a:pt x="5581182" y="114544"/>
                    <a:pt x="5567212" y="134864"/>
                  </a:cubicBezTo>
                  <a:cubicBezTo>
                    <a:pt x="5554512" y="155184"/>
                    <a:pt x="5520222" y="174234"/>
                    <a:pt x="5496092" y="175504"/>
                  </a:cubicBezTo>
                  <a:cubicBezTo>
                    <a:pt x="5471962" y="175504"/>
                    <a:pt x="5437672" y="155184"/>
                    <a:pt x="5422432" y="138674"/>
                  </a:cubicBezTo>
                  <a:cubicBezTo>
                    <a:pt x="5409732" y="123434"/>
                    <a:pt x="5405922" y="101844"/>
                    <a:pt x="5405922" y="84064"/>
                  </a:cubicBezTo>
                  <a:cubicBezTo>
                    <a:pt x="5407192" y="66284"/>
                    <a:pt x="5412272" y="45964"/>
                    <a:pt x="5424972" y="31994"/>
                  </a:cubicBezTo>
                  <a:cubicBezTo>
                    <a:pt x="5441482" y="15484"/>
                    <a:pt x="5477042" y="-2296"/>
                    <a:pt x="5501172" y="244"/>
                  </a:cubicBezTo>
                  <a:cubicBezTo>
                    <a:pt x="5525302" y="1514"/>
                    <a:pt x="5555782" y="20564"/>
                    <a:pt x="5571022" y="44694"/>
                  </a:cubicBezTo>
                  <a:cubicBezTo>
                    <a:pt x="5590072" y="75174"/>
                    <a:pt x="5572292" y="141214"/>
                    <a:pt x="5586262" y="184394"/>
                  </a:cubicBezTo>
                  <a:cubicBezTo>
                    <a:pt x="5597692" y="225034"/>
                    <a:pt x="5629442" y="252974"/>
                    <a:pt x="5644682" y="298694"/>
                  </a:cubicBezTo>
                  <a:cubicBezTo>
                    <a:pt x="5666272" y="362194"/>
                    <a:pt x="5682782" y="461254"/>
                    <a:pt x="5689132" y="536184"/>
                  </a:cubicBezTo>
                  <a:cubicBezTo>
                    <a:pt x="5694212" y="603494"/>
                    <a:pt x="5690402" y="656834"/>
                    <a:pt x="5684052" y="726684"/>
                  </a:cubicBezTo>
                  <a:cubicBezTo>
                    <a:pt x="5675162" y="818124"/>
                    <a:pt x="5662462" y="967984"/>
                    <a:pt x="5635792" y="1034024"/>
                  </a:cubicBezTo>
                  <a:cubicBezTo>
                    <a:pt x="5621822" y="1068314"/>
                    <a:pt x="5604042" y="1072124"/>
                    <a:pt x="5584992" y="1106414"/>
                  </a:cubicBezTo>
                  <a:cubicBezTo>
                    <a:pt x="5549432" y="1172454"/>
                    <a:pt x="5498632" y="1345174"/>
                    <a:pt x="5463072" y="1421374"/>
                  </a:cubicBezTo>
                  <a:cubicBezTo>
                    <a:pt x="5440212" y="1467094"/>
                    <a:pt x="5431322" y="1491224"/>
                    <a:pt x="5402112" y="1525514"/>
                  </a:cubicBezTo>
                  <a:cubicBezTo>
                    <a:pt x="5362742" y="1571234"/>
                    <a:pt x="5291622" y="1633464"/>
                    <a:pt x="5237012" y="1656324"/>
                  </a:cubicBezTo>
                  <a:cubicBezTo>
                    <a:pt x="5193832" y="1675374"/>
                    <a:pt x="5159542" y="1665214"/>
                    <a:pt x="5106202" y="1676644"/>
                  </a:cubicBezTo>
                  <a:cubicBezTo>
                    <a:pt x="5022382" y="1694424"/>
                    <a:pt x="4867442" y="1750304"/>
                    <a:pt x="4787432" y="1766814"/>
                  </a:cubicBezTo>
                  <a:cubicBezTo>
                    <a:pt x="4740442" y="1776974"/>
                    <a:pt x="4718852" y="1773164"/>
                    <a:pt x="4673132" y="1783324"/>
                  </a:cubicBezTo>
                  <a:cubicBezTo>
                    <a:pt x="4600742" y="1798564"/>
                    <a:pt x="4523272" y="1848094"/>
                    <a:pt x="4398812" y="1865874"/>
                  </a:cubicBezTo>
                  <a:cubicBezTo>
                    <a:pt x="4153702" y="1901434"/>
                    <a:pt x="3554262" y="1878574"/>
                    <a:pt x="3276132" y="1862064"/>
                  </a:cubicBezTo>
                  <a:cubicBezTo>
                    <a:pt x="3112302" y="1853174"/>
                    <a:pt x="3055152" y="1826504"/>
                    <a:pt x="2884972" y="1817614"/>
                  </a:cubicBezTo>
                  <a:cubicBezTo>
                    <a:pt x="2572552" y="1799834"/>
                    <a:pt x="1875322" y="1848094"/>
                    <a:pt x="1546392" y="1817614"/>
                  </a:cubicBezTo>
                  <a:cubicBezTo>
                    <a:pt x="1352082" y="1799834"/>
                    <a:pt x="1192062" y="1759194"/>
                    <a:pt x="1086652" y="1731254"/>
                  </a:cubicBezTo>
                  <a:cubicBezTo>
                    <a:pt x="1029502" y="1716014"/>
                    <a:pt x="1007912" y="1709664"/>
                    <a:pt x="958382" y="1688074"/>
                  </a:cubicBezTo>
                  <a:cubicBezTo>
                    <a:pt x="884722" y="1653784"/>
                    <a:pt x="756452" y="1576314"/>
                    <a:pt x="692952" y="1533134"/>
                  </a:cubicBezTo>
                  <a:cubicBezTo>
                    <a:pt x="656122" y="1507734"/>
                    <a:pt x="639612" y="1495034"/>
                    <a:pt x="606592" y="1464554"/>
                  </a:cubicBezTo>
                  <a:cubicBezTo>
                    <a:pt x="557062" y="1420104"/>
                    <a:pt x="477052" y="1338824"/>
                    <a:pt x="430062" y="1279134"/>
                  </a:cubicBezTo>
                  <a:cubicBezTo>
                    <a:pt x="393232" y="1230874"/>
                    <a:pt x="360212" y="1183884"/>
                    <a:pt x="341162" y="1139434"/>
                  </a:cubicBezTo>
                  <a:cubicBezTo>
                    <a:pt x="327192" y="1106414"/>
                    <a:pt x="332272" y="1083554"/>
                    <a:pt x="317032" y="1042914"/>
                  </a:cubicBezTo>
                  <a:cubicBezTo>
                    <a:pt x="289092" y="965444"/>
                    <a:pt x="191302" y="811774"/>
                    <a:pt x="154472" y="721604"/>
                  </a:cubicBezTo>
                  <a:cubicBezTo>
                    <a:pt x="129072" y="660644"/>
                    <a:pt x="118912" y="618734"/>
                    <a:pt x="104942" y="562854"/>
                  </a:cubicBezTo>
                  <a:cubicBezTo>
                    <a:pt x="89702" y="504434"/>
                    <a:pt x="88432" y="428234"/>
                    <a:pt x="69382" y="377434"/>
                  </a:cubicBezTo>
                  <a:cubicBezTo>
                    <a:pt x="54142" y="338064"/>
                    <a:pt x="18582" y="317744"/>
                    <a:pt x="8422" y="279644"/>
                  </a:cubicBezTo>
                  <a:cubicBezTo>
                    <a:pt x="-4278" y="236464"/>
                    <a:pt x="-468" y="166614"/>
                    <a:pt x="5882" y="129784"/>
                  </a:cubicBezTo>
                  <a:cubicBezTo>
                    <a:pt x="10962" y="108194"/>
                    <a:pt x="16042" y="90414"/>
                    <a:pt x="26202" y="77714"/>
                  </a:cubicBezTo>
                  <a:cubicBezTo>
                    <a:pt x="33822" y="67554"/>
                    <a:pt x="43982" y="61204"/>
                    <a:pt x="56682" y="57394"/>
                  </a:cubicBezTo>
                  <a:cubicBezTo>
                    <a:pt x="71922" y="52314"/>
                    <a:pt x="96052" y="51044"/>
                    <a:pt x="112562" y="57394"/>
                  </a:cubicBezTo>
                  <a:cubicBezTo>
                    <a:pt x="129072" y="62474"/>
                    <a:pt x="145582" y="80254"/>
                    <a:pt x="154472" y="94224"/>
                  </a:cubicBezTo>
                  <a:cubicBezTo>
                    <a:pt x="160822" y="104384"/>
                    <a:pt x="163362" y="129784"/>
                    <a:pt x="163362" y="129784"/>
                  </a:cubicBezTo>
                </a:path>
              </a:pathLst>
            </a:custGeom>
            <a:solidFill>
              <a:srgbClr val="E7191F"/>
            </a:solidFill>
            <a:ln cap="sq">
              <a:noFill/>
              <a:prstDash val="solid"/>
              <a:miter/>
            </a:ln>
          </p:spPr>
          <p:txBody>
            <a:bodyPr/>
            <a:lstStyle/>
            <a:p>
              <a:endParaRPr lang="en-GB"/>
            </a:p>
          </p:txBody>
        </p:sp>
      </p:grpSp>
      <p:grpSp>
        <p:nvGrpSpPr>
          <p:cNvPr id="58" name="Group 58"/>
          <p:cNvGrpSpPr/>
          <p:nvPr/>
        </p:nvGrpSpPr>
        <p:grpSpPr>
          <a:xfrm>
            <a:off x="6020753" y="7975282"/>
            <a:ext cx="4885372" cy="1240155"/>
            <a:chOff x="0" y="0"/>
            <a:chExt cx="6513830" cy="1653540"/>
          </a:xfrm>
        </p:grpSpPr>
        <p:sp>
          <p:nvSpPr>
            <p:cNvPr id="59" name="Freeform 59"/>
            <p:cNvSpPr/>
            <p:nvPr/>
          </p:nvSpPr>
          <p:spPr>
            <a:xfrm>
              <a:off x="50404" y="48585"/>
              <a:ext cx="6412604" cy="1555605"/>
            </a:xfrm>
            <a:custGeom>
              <a:avLst/>
              <a:gdLst/>
              <a:ahLst/>
              <a:cxnLst/>
              <a:rect l="l" t="t" r="r" b="b"/>
              <a:pathLst>
                <a:path w="6412604" h="1555605">
                  <a:moveTo>
                    <a:pt x="133746" y="21265"/>
                  </a:moveTo>
                  <a:cubicBezTo>
                    <a:pt x="268366" y="202875"/>
                    <a:pt x="284876" y="256215"/>
                    <a:pt x="301386" y="334955"/>
                  </a:cubicBezTo>
                  <a:cubicBezTo>
                    <a:pt x="330596" y="468305"/>
                    <a:pt x="325516" y="748975"/>
                    <a:pt x="355996" y="883595"/>
                  </a:cubicBezTo>
                  <a:cubicBezTo>
                    <a:pt x="375046" y="964875"/>
                    <a:pt x="399176" y="1032185"/>
                    <a:pt x="425846" y="1075365"/>
                  </a:cubicBezTo>
                  <a:cubicBezTo>
                    <a:pt x="442356" y="1102035"/>
                    <a:pt x="456326" y="1109655"/>
                    <a:pt x="480456" y="1129975"/>
                  </a:cubicBezTo>
                  <a:cubicBezTo>
                    <a:pt x="519826" y="1164265"/>
                    <a:pt x="584596" y="1215065"/>
                    <a:pt x="651906" y="1249355"/>
                  </a:cubicBezTo>
                  <a:cubicBezTo>
                    <a:pt x="731916" y="1292535"/>
                    <a:pt x="842406" y="1331905"/>
                    <a:pt x="933846" y="1356035"/>
                  </a:cubicBezTo>
                  <a:cubicBezTo>
                    <a:pt x="1016396" y="1376355"/>
                    <a:pt x="1092596" y="1382705"/>
                    <a:pt x="1173876" y="1389055"/>
                  </a:cubicBezTo>
                  <a:cubicBezTo>
                    <a:pt x="1256426" y="1395405"/>
                    <a:pt x="1307226" y="1394135"/>
                    <a:pt x="1426606" y="1395405"/>
                  </a:cubicBezTo>
                  <a:cubicBezTo>
                    <a:pt x="1722516" y="1399215"/>
                    <a:pt x="2706766" y="1406835"/>
                    <a:pt x="2968386" y="1395405"/>
                  </a:cubicBezTo>
                  <a:cubicBezTo>
                    <a:pt x="3057286" y="1391595"/>
                    <a:pt x="3064906" y="1382705"/>
                    <a:pt x="3147456" y="1378895"/>
                  </a:cubicBezTo>
                  <a:cubicBezTo>
                    <a:pt x="3332876" y="1370005"/>
                    <a:pt x="3762136" y="1371275"/>
                    <a:pt x="4047886" y="1370005"/>
                  </a:cubicBezTo>
                  <a:cubicBezTo>
                    <a:pt x="4305696" y="1370005"/>
                    <a:pt x="4590176" y="1368735"/>
                    <a:pt x="4785756" y="1375085"/>
                  </a:cubicBezTo>
                  <a:cubicBezTo>
                    <a:pt x="4915296" y="1378895"/>
                    <a:pt x="4983876" y="1391595"/>
                    <a:pt x="5107066" y="1394135"/>
                  </a:cubicBezTo>
                  <a:cubicBezTo>
                    <a:pt x="5269626" y="1399215"/>
                    <a:pt x="5566806" y="1400485"/>
                    <a:pt x="5676026" y="1390325"/>
                  </a:cubicBezTo>
                  <a:cubicBezTo>
                    <a:pt x="5721746" y="1386515"/>
                    <a:pt x="5736986" y="1386515"/>
                    <a:pt x="5771276" y="1373815"/>
                  </a:cubicBezTo>
                  <a:cubicBezTo>
                    <a:pt x="5815726" y="1357305"/>
                    <a:pt x="5881766" y="1328095"/>
                    <a:pt x="5919866" y="1288725"/>
                  </a:cubicBezTo>
                  <a:cubicBezTo>
                    <a:pt x="5957966" y="1249355"/>
                    <a:pt x="5970666" y="1178235"/>
                    <a:pt x="5999876" y="1135055"/>
                  </a:cubicBezTo>
                  <a:cubicBezTo>
                    <a:pt x="6022736" y="1100765"/>
                    <a:pt x="6051946" y="1076635"/>
                    <a:pt x="6072266" y="1046155"/>
                  </a:cubicBezTo>
                  <a:cubicBezTo>
                    <a:pt x="6090046" y="1018215"/>
                    <a:pt x="6101476" y="994085"/>
                    <a:pt x="6115446" y="959795"/>
                  </a:cubicBezTo>
                  <a:cubicBezTo>
                    <a:pt x="6135766" y="912805"/>
                    <a:pt x="6162436" y="848035"/>
                    <a:pt x="6172596" y="784535"/>
                  </a:cubicBezTo>
                  <a:cubicBezTo>
                    <a:pt x="6184026" y="713415"/>
                    <a:pt x="6166246" y="644835"/>
                    <a:pt x="6173866" y="555935"/>
                  </a:cubicBezTo>
                  <a:cubicBezTo>
                    <a:pt x="6184026" y="430205"/>
                    <a:pt x="6203076" y="176205"/>
                    <a:pt x="6246256" y="103815"/>
                  </a:cubicBezTo>
                  <a:cubicBezTo>
                    <a:pt x="6264036" y="74605"/>
                    <a:pt x="6288166" y="59365"/>
                    <a:pt x="6311026" y="55555"/>
                  </a:cubicBezTo>
                  <a:cubicBezTo>
                    <a:pt x="6335156" y="51745"/>
                    <a:pt x="6371986" y="64445"/>
                    <a:pt x="6388496" y="82225"/>
                  </a:cubicBezTo>
                  <a:cubicBezTo>
                    <a:pt x="6405006" y="100005"/>
                    <a:pt x="6415166" y="136835"/>
                    <a:pt x="6410086" y="160965"/>
                  </a:cubicBezTo>
                  <a:cubicBezTo>
                    <a:pt x="6403736" y="183825"/>
                    <a:pt x="6378336" y="213035"/>
                    <a:pt x="6356746" y="221925"/>
                  </a:cubicBezTo>
                  <a:cubicBezTo>
                    <a:pt x="6333886" y="230815"/>
                    <a:pt x="6295786" y="227005"/>
                    <a:pt x="6275466" y="213035"/>
                  </a:cubicBezTo>
                  <a:cubicBezTo>
                    <a:pt x="6255146" y="199065"/>
                    <a:pt x="6237366" y="164775"/>
                    <a:pt x="6237366" y="140645"/>
                  </a:cubicBezTo>
                  <a:cubicBezTo>
                    <a:pt x="6238636" y="116515"/>
                    <a:pt x="6258956" y="83495"/>
                    <a:pt x="6276736" y="69525"/>
                  </a:cubicBezTo>
                  <a:cubicBezTo>
                    <a:pt x="6290706" y="58095"/>
                    <a:pt x="6312296" y="53015"/>
                    <a:pt x="6330076" y="54285"/>
                  </a:cubicBezTo>
                  <a:cubicBezTo>
                    <a:pt x="6347856" y="55555"/>
                    <a:pt x="6368176" y="61905"/>
                    <a:pt x="6382146" y="75875"/>
                  </a:cubicBezTo>
                  <a:cubicBezTo>
                    <a:pt x="6397386" y="91115"/>
                    <a:pt x="6407546" y="117785"/>
                    <a:pt x="6411356" y="150805"/>
                  </a:cubicBezTo>
                  <a:cubicBezTo>
                    <a:pt x="6418976" y="213035"/>
                    <a:pt x="6389766" y="351465"/>
                    <a:pt x="6375796" y="417505"/>
                  </a:cubicBezTo>
                  <a:cubicBezTo>
                    <a:pt x="6366906" y="459415"/>
                    <a:pt x="6352936" y="474655"/>
                    <a:pt x="6346586" y="517835"/>
                  </a:cubicBezTo>
                  <a:cubicBezTo>
                    <a:pt x="6335156" y="591495"/>
                    <a:pt x="6356746" y="735005"/>
                    <a:pt x="6340236" y="825175"/>
                  </a:cubicBezTo>
                  <a:cubicBezTo>
                    <a:pt x="6327536" y="900105"/>
                    <a:pt x="6294516" y="971225"/>
                    <a:pt x="6272926" y="1023295"/>
                  </a:cubicBezTo>
                  <a:cubicBezTo>
                    <a:pt x="6257686" y="1058855"/>
                    <a:pt x="6246256" y="1084255"/>
                    <a:pt x="6228476" y="1108385"/>
                  </a:cubicBezTo>
                  <a:cubicBezTo>
                    <a:pt x="6213236" y="1129975"/>
                    <a:pt x="6190376" y="1142675"/>
                    <a:pt x="6173866" y="1164265"/>
                  </a:cubicBezTo>
                  <a:cubicBezTo>
                    <a:pt x="6156086" y="1187125"/>
                    <a:pt x="6140846" y="1215065"/>
                    <a:pt x="6128146" y="1245545"/>
                  </a:cubicBezTo>
                  <a:cubicBezTo>
                    <a:pt x="6114176" y="1276025"/>
                    <a:pt x="6112906" y="1316665"/>
                    <a:pt x="6097666" y="1345875"/>
                  </a:cubicBezTo>
                  <a:cubicBezTo>
                    <a:pt x="6082426" y="1375085"/>
                    <a:pt x="6068456" y="1396675"/>
                    <a:pt x="6036706" y="1419535"/>
                  </a:cubicBezTo>
                  <a:cubicBezTo>
                    <a:pt x="5982096" y="1461445"/>
                    <a:pt x="5855096" y="1518595"/>
                    <a:pt x="5772546" y="1538915"/>
                  </a:cubicBezTo>
                  <a:cubicBezTo>
                    <a:pt x="5706506" y="1556695"/>
                    <a:pt x="5667136" y="1551615"/>
                    <a:pt x="5585856" y="1554155"/>
                  </a:cubicBezTo>
                  <a:cubicBezTo>
                    <a:pt x="5433456" y="1557965"/>
                    <a:pt x="5060076" y="1554155"/>
                    <a:pt x="4921646" y="1543995"/>
                  </a:cubicBezTo>
                  <a:cubicBezTo>
                    <a:pt x="4859416" y="1538915"/>
                    <a:pt x="4854336" y="1531295"/>
                    <a:pt x="4785756" y="1526215"/>
                  </a:cubicBezTo>
                  <a:cubicBezTo>
                    <a:pt x="4568586" y="1512245"/>
                    <a:pt x="3762136" y="1516055"/>
                    <a:pt x="3429396" y="1524945"/>
                  </a:cubicBezTo>
                  <a:cubicBezTo>
                    <a:pt x="3235086" y="1530025"/>
                    <a:pt x="3169046" y="1543995"/>
                    <a:pt x="2968386" y="1549075"/>
                  </a:cubicBezTo>
                  <a:cubicBezTo>
                    <a:pt x="2589926" y="1559235"/>
                    <a:pt x="1596786" y="1551615"/>
                    <a:pt x="1331356" y="1549075"/>
                  </a:cubicBezTo>
                  <a:cubicBezTo>
                    <a:pt x="1246266" y="1547805"/>
                    <a:pt x="1228486" y="1551615"/>
                    <a:pt x="1162446" y="1545265"/>
                  </a:cubicBezTo>
                  <a:cubicBezTo>
                    <a:pt x="1065926" y="1536375"/>
                    <a:pt x="919876" y="1518595"/>
                    <a:pt x="811926" y="1488115"/>
                  </a:cubicBezTo>
                  <a:cubicBezTo>
                    <a:pt x="711596" y="1458905"/>
                    <a:pt x="616346" y="1416995"/>
                    <a:pt x="532526" y="1370005"/>
                  </a:cubicBezTo>
                  <a:cubicBezTo>
                    <a:pt x="458866" y="1329365"/>
                    <a:pt x="389016" y="1289995"/>
                    <a:pt x="334406" y="1230305"/>
                  </a:cubicBezTo>
                  <a:cubicBezTo>
                    <a:pt x="278526" y="1168075"/>
                    <a:pt x="234076" y="1095685"/>
                    <a:pt x="203596" y="1002975"/>
                  </a:cubicBezTo>
                  <a:cubicBezTo>
                    <a:pt x="161686" y="879785"/>
                    <a:pt x="151526" y="642295"/>
                    <a:pt x="145176" y="539425"/>
                  </a:cubicBezTo>
                  <a:cubicBezTo>
                    <a:pt x="142636" y="489895"/>
                    <a:pt x="150256" y="467035"/>
                    <a:pt x="145176" y="426395"/>
                  </a:cubicBezTo>
                  <a:cubicBezTo>
                    <a:pt x="138826" y="374325"/>
                    <a:pt x="124856" y="309555"/>
                    <a:pt x="100726" y="253675"/>
                  </a:cubicBezTo>
                  <a:cubicBezTo>
                    <a:pt x="76596" y="195255"/>
                    <a:pt x="5476" y="124135"/>
                    <a:pt x="396" y="82225"/>
                  </a:cubicBezTo>
                  <a:cubicBezTo>
                    <a:pt x="-2144" y="59365"/>
                    <a:pt x="8016" y="41585"/>
                    <a:pt x="16906" y="28885"/>
                  </a:cubicBezTo>
                  <a:cubicBezTo>
                    <a:pt x="24526" y="17455"/>
                    <a:pt x="33416" y="9835"/>
                    <a:pt x="46116" y="4755"/>
                  </a:cubicBezTo>
                  <a:cubicBezTo>
                    <a:pt x="61356" y="-325"/>
                    <a:pt x="86756" y="-1595"/>
                    <a:pt x="101996" y="2215"/>
                  </a:cubicBezTo>
                  <a:cubicBezTo>
                    <a:pt x="114696" y="4755"/>
                    <a:pt x="133746" y="21265"/>
                    <a:pt x="133746" y="21265"/>
                  </a:cubicBezTo>
                </a:path>
              </a:pathLst>
            </a:custGeom>
            <a:solidFill>
              <a:srgbClr val="E7191F"/>
            </a:solidFill>
            <a:ln cap="sq">
              <a:noFill/>
              <a:prstDash val="solid"/>
              <a:miter/>
            </a:ln>
          </p:spPr>
          <p:txBody>
            <a:bodyPr/>
            <a:lstStyle/>
            <a:p>
              <a:endParaRPr lang="en-GB"/>
            </a:p>
          </p:txBody>
        </p:sp>
      </p:grpSp>
      <p:grpSp>
        <p:nvGrpSpPr>
          <p:cNvPr id="60" name="Group 60"/>
          <p:cNvGrpSpPr/>
          <p:nvPr/>
        </p:nvGrpSpPr>
        <p:grpSpPr>
          <a:xfrm>
            <a:off x="11721465" y="7992428"/>
            <a:ext cx="1984058" cy="1103948"/>
            <a:chOff x="0" y="0"/>
            <a:chExt cx="2645410" cy="1471930"/>
          </a:xfrm>
        </p:grpSpPr>
        <p:sp>
          <p:nvSpPr>
            <p:cNvPr id="61" name="Freeform 61"/>
            <p:cNvSpPr/>
            <p:nvPr/>
          </p:nvSpPr>
          <p:spPr>
            <a:xfrm>
              <a:off x="50284" y="49209"/>
              <a:ext cx="2560045" cy="1375051"/>
            </a:xfrm>
            <a:custGeom>
              <a:avLst/>
              <a:gdLst/>
              <a:ahLst/>
              <a:cxnLst/>
              <a:rect l="l" t="t" r="r" b="b"/>
              <a:pathLst>
                <a:path w="2560045" h="1375051">
                  <a:moveTo>
                    <a:pt x="151646" y="63821"/>
                  </a:moveTo>
                  <a:cubicBezTo>
                    <a:pt x="204986" y="617541"/>
                    <a:pt x="207526" y="646751"/>
                    <a:pt x="224036" y="701361"/>
                  </a:cubicBezTo>
                  <a:cubicBezTo>
                    <a:pt x="244356" y="769941"/>
                    <a:pt x="290076" y="874081"/>
                    <a:pt x="320556" y="931231"/>
                  </a:cubicBezTo>
                  <a:cubicBezTo>
                    <a:pt x="339606" y="966791"/>
                    <a:pt x="345956" y="992191"/>
                    <a:pt x="376436" y="1013781"/>
                  </a:cubicBezTo>
                  <a:cubicBezTo>
                    <a:pt x="422156" y="1048071"/>
                    <a:pt x="526296" y="1054421"/>
                    <a:pt x="591066" y="1082361"/>
                  </a:cubicBezTo>
                  <a:cubicBezTo>
                    <a:pt x="649486" y="1106491"/>
                    <a:pt x="681236" y="1145861"/>
                    <a:pt x="749816" y="1166181"/>
                  </a:cubicBezTo>
                  <a:cubicBezTo>
                    <a:pt x="857766" y="1199201"/>
                    <a:pt x="1033026" y="1201741"/>
                    <a:pt x="1191776" y="1210631"/>
                  </a:cubicBezTo>
                  <a:cubicBezTo>
                    <a:pt x="1377196" y="1223331"/>
                    <a:pt x="1632466" y="1230951"/>
                    <a:pt x="1795026" y="1225871"/>
                  </a:cubicBezTo>
                  <a:cubicBezTo>
                    <a:pt x="1906786" y="1222061"/>
                    <a:pt x="2014736" y="1222061"/>
                    <a:pt x="2076966" y="1199201"/>
                  </a:cubicBezTo>
                  <a:cubicBezTo>
                    <a:pt x="2112526" y="1186501"/>
                    <a:pt x="2130306" y="1176341"/>
                    <a:pt x="2151896" y="1148401"/>
                  </a:cubicBezTo>
                  <a:cubicBezTo>
                    <a:pt x="2184916" y="1105221"/>
                    <a:pt x="2197616" y="992191"/>
                    <a:pt x="2228096" y="947741"/>
                  </a:cubicBezTo>
                  <a:cubicBezTo>
                    <a:pt x="2247146" y="921071"/>
                    <a:pt x="2273816" y="915991"/>
                    <a:pt x="2294136" y="893131"/>
                  </a:cubicBezTo>
                  <a:cubicBezTo>
                    <a:pt x="2316996" y="866461"/>
                    <a:pt x="2339856" y="823281"/>
                    <a:pt x="2352556" y="791531"/>
                  </a:cubicBezTo>
                  <a:cubicBezTo>
                    <a:pt x="2363986" y="764861"/>
                    <a:pt x="2369066" y="750891"/>
                    <a:pt x="2374146" y="714061"/>
                  </a:cubicBezTo>
                  <a:cubicBezTo>
                    <a:pt x="2386846" y="623891"/>
                    <a:pt x="2351286" y="312741"/>
                    <a:pt x="2375416" y="240351"/>
                  </a:cubicBezTo>
                  <a:cubicBezTo>
                    <a:pt x="2384306" y="214951"/>
                    <a:pt x="2395736" y="206061"/>
                    <a:pt x="2409706" y="195901"/>
                  </a:cubicBezTo>
                  <a:cubicBezTo>
                    <a:pt x="2424946" y="185741"/>
                    <a:pt x="2446536" y="179391"/>
                    <a:pt x="2463046" y="180661"/>
                  </a:cubicBezTo>
                  <a:cubicBezTo>
                    <a:pt x="2480826" y="181931"/>
                    <a:pt x="2502416" y="189551"/>
                    <a:pt x="2515116" y="200981"/>
                  </a:cubicBezTo>
                  <a:cubicBezTo>
                    <a:pt x="2529086" y="212411"/>
                    <a:pt x="2541786" y="230191"/>
                    <a:pt x="2544326" y="249241"/>
                  </a:cubicBezTo>
                  <a:cubicBezTo>
                    <a:pt x="2546866" y="272101"/>
                    <a:pt x="2539246" y="310201"/>
                    <a:pt x="2522736" y="327981"/>
                  </a:cubicBezTo>
                  <a:cubicBezTo>
                    <a:pt x="2506226" y="345761"/>
                    <a:pt x="2466856" y="355921"/>
                    <a:pt x="2445266" y="354651"/>
                  </a:cubicBezTo>
                  <a:cubicBezTo>
                    <a:pt x="2426216" y="353381"/>
                    <a:pt x="2407166" y="343221"/>
                    <a:pt x="2395736" y="327981"/>
                  </a:cubicBezTo>
                  <a:cubicBezTo>
                    <a:pt x="2381766" y="310201"/>
                    <a:pt x="2370336" y="272101"/>
                    <a:pt x="2372876" y="249241"/>
                  </a:cubicBezTo>
                  <a:cubicBezTo>
                    <a:pt x="2375416" y="230191"/>
                    <a:pt x="2389386" y="212411"/>
                    <a:pt x="2402086" y="200981"/>
                  </a:cubicBezTo>
                  <a:cubicBezTo>
                    <a:pt x="2416056" y="189551"/>
                    <a:pt x="2436376" y="181931"/>
                    <a:pt x="2454156" y="180661"/>
                  </a:cubicBezTo>
                  <a:cubicBezTo>
                    <a:pt x="2471936" y="179391"/>
                    <a:pt x="2493526" y="185741"/>
                    <a:pt x="2507496" y="195901"/>
                  </a:cubicBezTo>
                  <a:cubicBezTo>
                    <a:pt x="2522736" y="206061"/>
                    <a:pt x="2532896" y="214951"/>
                    <a:pt x="2541786" y="240351"/>
                  </a:cubicBezTo>
                  <a:cubicBezTo>
                    <a:pt x="2565916" y="314011"/>
                    <a:pt x="2565916" y="601031"/>
                    <a:pt x="2543056" y="724221"/>
                  </a:cubicBezTo>
                  <a:cubicBezTo>
                    <a:pt x="2527816" y="804231"/>
                    <a:pt x="2499876" y="853761"/>
                    <a:pt x="2466856" y="914721"/>
                  </a:cubicBezTo>
                  <a:cubicBezTo>
                    <a:pt x="2433836" y="976951"/>
                    <a:pt x="2369066" y="1042991"/>
                    <a:pt x="2343666" y="1092521"/>
                  </a:cubicBezTo>
                  <a:cubicBezTo>
                    <a:pt x="2328426" y="1123001"/>
                    <a:pt x="2332236" y="1143321"/>
                    <a:pt x="2315726" y="1172531"/>
                  </a:cubicBezTo>
                  <a:cubicBezTo>
                    <a:pt x="2289056" y="1219521"/>
                    <a:pt x="2247146" y="1298261"/>
                    <a:pt x="2181106" y="1332551"/>
                  </a:cubicBezTo>
                  <a:cubicBezTo>
                    <a:pt x="2092206" y="1379541"/>
                    <a:pt x="1933456" y="1364301"/>
                    <a:pt x="1795026" y="1370651"/>
                  </a:cubicBezTo>
                  <a:cubicBezTo>
                    <a:pt x="1636276" y="1378271"/>
                    <a:pt x="1441966" y="1374461"/>
                    <a:pt x="1281946" y="1370651"/>
                  </a:cubicBezTo>
                  <a:cubicBezTo>
                    <a:pt x="1143516" y="1366841"/>
                    <a:pt x="1005086" y="1359221"/>
                    <a:pt x="894596" y="1347791"/>
                  </a:cubicBezTo>
                  <a:cubicBezTo>
                    <a:pt x="810776" y="1338901"/>
                    <a:pt x="740926" y="1335091"/>
                    <a:pt x="673616" y="1313501"/>
                  </a:cubicBezTo>
                  <a:cubicBezTo>
                    <a:pt x="611386" y="1291911"/>
                    <a:pt x="565666" y="1252541"/>
                    <a:pt x="503436" y="1222061"/>
                  </a:cubicBezTo>
                  <a:cubicBezTo>
                    <a:pt x="431046" y="1187771"/>
                    <a:pt x="311666" y="1157291"/>
                    <a:pt x="263406" y="1119191"/>
                  </a:cubicBezTo>
                  <a:cubicBezTo>
                    <a:pt x="234196" y="1097601"/>
                    <a:pt x="227846" y="1082361"/>
                    <a:pt x="207526" y="1048071"/>
                  </a:cubicBezTo>
                  <a:cubicBezTo>
                    <a:pt x="169426" y="980761"/>
                    <a:pt x="107196" y="857571"/>
                    <a:pt x="74176" y="730571"/>
                  </a:cubicBezTo>
                  <a:cubicBezTo>
                    <a:pt x="28456" y="556581"/>
                    <a:pt x="-4564" y="180661"/>
                    <a:pt x="516" y="85411"/>
                  </a:cubicBezTo>
                  <a:cubicBezTo>
                    <a:pt x="1786" y="58741"/>
                    <a:pt x="3056" y="47311"/>
                    <a:pt x="11946" y="33341"/>
                  </a:cubicBezTo>
                  <a:cubicBezTo>
                    <a:pt x="22106" y="19371"/>
                    <a:pt x="38616" y="4131"/>
                    <a:pt x="56396" y="1591"/>
                  </a:cubicBezTo>
                  <a:cubicBezTo>
                    <a:pt x="76716" y="-3489"/>
                    <a:pt x="109736" y="4131"/>
                    <a:pt x="126246" y="16831"/>
                  </a:cubicBezTo>
                  <a:cubicBezTo>
                    <a:pt x="140216" y="26991"/>
                    <a:pt x="151646" y="63821"/>
                    <a:pt x="151646" y="63821"/>
                  </a:cubicBezTo>
                </a:path>
              </a:pathLst>
            </a:custGeom>
            <a:solidFill>
              <a:srgbClr val="E7191F"/>
            </a:solidFill>
            <a:ln cap="sq">
              <a:noFill/>
              <a:prstDash val="solid"/>
              <a:miter/>
            </a:ln>
          </p:spPr>
          <p:txBody>
            <a:bodyPr/>
            <a:lstStyle/>
            <a:p>
              <a:endParaRPr lang="en-GB"/>
            </a:p>
          </p:txBody>
        </p:sp>
      </p:grpSp>
      <p:grpSp>
        <p:nvGrpSpPr>
          <p:cNvPr id="62" name="Group 62"/>
          <p:cNvGrpSpPr/>
          <p:nvPr/>
        </p:nvGrpSpPr>
        <p:grpSpPr>
          <a:xfrm>
            <a:off x="14695170" y="8005762"/>
            <a:ext cx="1988820" cy="1225868"/>
            <a:chOff x="0" y="0"/>
            <a:chExt cx="2651760" cy="1634490"/>
          </a:xfrm>
        </p:grpSpPr>
        <p:sp>
          <p:nvSpPr>
            <p:cNvPr id="63" name="Freeform 63"/>
            <p:cNvSpPr/>
            <p:nvPr/>
          </p:nvSpPr>
          <p:spPr>
            <a:xfrm>
              <a:off x="33471" y="50153"/>
              <a:ext cx="2568815" cy="1540139"/>
            </a:xfrm>
            <a:custGeom>
              <a:avLst/>
              <a:gdLst/>
              <a:ahLst/>
              <a:cxnLst/>
              <a:rect l="l" t="t" r="r" b="b"/>
              <a:pathLst>
                <a:path w="2568815" h="1540139">
                  <a:moveTo>
                    <a:pt x="177349" y="78117"/>
                  </a:moveTo>
                  <a:cubicBezTo>
                    <a:pt x="191319" y="818527"/>
                    <a:pt x="198939" y="857897"/>
                    <a:pt x="229419" y="920127"/>
                  </a:cubicBezTo>
                  <a:cubicBezTo>
                    <a:pt x="270059" y="1002677"/>
                    <a:pt x="372929" y="1123327"/>
                    <a:pt x="424999" y="1179207"/>
                  </a:cubicBezTo>
                  <a:cubicBezTo>
                    <a:pt x="452939" y="1209687"/>
                    <a:pt x="469449" y="1224927"/>
                    <a:pt x="498659" y="1243977"/>
                  </a:cubicBezTo>
                  <a:cubicBezTo>
                    <a:pt x="532949" y="1265567"/>
                    <a:pt x="572319" y="1278267"/>
                    <a:pt x="621849" y="1296047"/>
                  </a:cubicBezTo>
                  <a:cubicBezTo>
                    <a:pt x="691699" y="1318907"/>
                    <a:pt x="770439" y="1348117"/>
                    <a:pt x="880929" y="1363357"/>
                  </a:cubicBezTo>
                  <a:cubicBezTo>
                    <a:pt x="1068889" y="1388757"/>
                    <a:pt x="1468939" y="1402727"/>
                    <a:pt x="1650549" y="1369707"/>
                  </a:cubicBezTo>
                  <a:cubicBezTo>
                    <a:pt x="1755959" y="1350657"/>
                    <a:pt x="1815649" y="1321447"/>
                    <a:pt x="1890579" y="1278267"/>
                  </a:cubicBezTo>
                  <a:cubicBezTo>
                    <a:pt x="1969319" y="1232547"/>
                    <a:pt x="2044249" y="1165237"/>
                    <a:pt x="2109019" y="1100467"/>
                  </a:cubicBezTo>
                  <a:cubicBezTo>
                    <a:pt x="2173789" y="1036967"/>
                    <a:pt x="2236019" y="958227"/>
                    <a:pt x="2283009" y="890917"/>
                  </a:cubicBezTo>
                  <a:cubicBezTo>
                    <a:pt x="2322379" y="835037"/>
                    <a:pt x="2361749" y="780427"/>
                    <a:pt x="2379529" y="730897"/>
                  </a:cubicBezTo>
                  <a:cubicBezTo>
                    <a:pt x="2392229" y="695337"/>
                    <a:pt x="2392229" y="675017"/>
                    <a:pt x="2396039" y="629297"/>
                  </a:cubicBezTo>
                  <a:cubicBezTo>
                    <a:pt x="2403659" y="544207"/>
                    <a:pt x="2404929" y="333387"/>
                    <a:pt x="2399849" y="250837"/>
                  </a:cubicBezTo>
                  <a:cubicBezTo>
                    <a:pt x="2397309" y="211467"/>
                    <a:pt x="2396039" y="186067"/>
                    <a:pt x="2387149" y="163207"/>
                  </a:cubicBezTo>
                  <a:cubicBezTo>
                    <a:pt x="2380799" y="146697"/>
                    <a:pt x="2364289" y="140347"/>
                    <a:pt x="2360479" y="125107"/>
                  </a:cubicBezTo>
                  <a:cubicBezTo>
                    <a:pt x="2355399" y="109867"/>
                    <a:pt x="2355399" y="88277"/>
                    <a:pt x="2360479" y="71767"/>
                  </a:cubicBezTo>
                  <a:cubicBezTo>
                    <a:pt x="2365559" y="56527"/>
                    <a:pt x="2376989" y="38747"/>
                    <a:pt x="2392229" y="29857"/>
                  </a:cubicBezTo>
                  <a:cubicBezTo>
                    <a:pt x="2411279" y="19697"/>
                    <a:pt x="2449379" y="15887"/>
                    <a:pt x="2469699" y="22237"/>
                  </a:cubicBezTo>
                  <a:cubicBezTo>
                    <a:pt x="2487479" y="27317"/>
                    <a:pt x="2501449" y="42557"/>
                    <a:pt x="2510339" y="56527"/>
                  </a:cubicBezTo>
                  <a:cubicBezTo>
                    <a:pt x="2519229" y="71767"/>
                    <a:pt x="2524309" y="90817"/>
                    <a:pt x="2521769" y="108597"/>
                  </a:cubicBezTo>
                  <a:cubicBezTo>
                    <a:pt x="2516689" y="130187"/>
                    <a:pt x="2495099" y="161937"/>
                    <a:pt x="2477319" y="173367"/>
                  </a:cubicBezTo>
                  <a:cubicBezTo>
                    <a:pt x="2462079" y="182257"/>
                    <a:pt x="2441759" y="183527"/>
                    <a:pt x="2425249" y="180987"/>
                  </a:cubicBezTo>
                  <a:cubicBezTo>
                    <a:pt x="2408739" y="178447"/>
                    <a:pt x="2389689" y="169557"/>
                    <a:pt x="2378259" y="155587"/>
                  </a:cubicBezTo>
                  <a:cubicBezTo>
                    <a:pt x="2364289" y="139077"/>
                    <a:pt x="2352859" y="103517"/>
                    <a:pt x="2357939" y="80657"/>
                  </a:cubicBezTo>
                  <a:cubicBezTo>
                    <a:pt x="2363019" y="57797"/>
                    <a:pt x="2389689" y="31127"/>
                    <a:pt x="2408739" y="22237"/>
                  </a:cubicBezTo>
                  <a:cubicBezTo>
                    <a:pt x="2423979" y="13347"/>
                    <a:pt x="2445569" y="14617"/>
                    <a:pt x="2462079" y="19697"/>
                  </a:cubicBezTo>
                  <a:cubicBezTo>
                    <a:pt x="2477319" y="23507"/>
                    <a:pt x="2492559" y="33667"/>
                    <a:pt x="2505259" y="48907"/>
                  </a:cubicBezTo>
                  <a:cubicBezTo>
                    <a:pt x="2523039" y="71767"/>
                    <a:pt x="2535739" y="120027"/>
                    <a:pt x="2545899" y="154317"/>
                  </a:cubicBezTo>
                  <a:cubicBezTo>
                    <a:pt x="2554789" y="186067"/>
                    <a:pt x="2559869" y="207657"/>
                    <a:pt x="2563679" y="250837"/>
                  </a:cubicBezTo>
                  <a:cubicBezTo>
                    <a:pt x="2572569" y="334657"/>
                    <a:pt x="2567489" y="546747"/>
                    <a:pt x="2566219" y="631837"/>
                  </a:cubicBezTo>
                  <a:cubicBezTo>
                    <a:pt x="2566219" y="675017"/>
                    <a:pt x="2572569" y="692797"/>
                    <a:pt x="2563679" y="729627"/>
                  </a:cubicBezTo>
                  <a:cubicBezTo>
                    <a:pt x="2549709" y="784237"/>
                    <a:pt x="2502719" y="864247"/>
                    <a:pt x="2465889" y="925207"/>
                  </a:cubicBezTo>
                  <a:cubicBezTo>
                    <a:pt x="2430329" y="982357"/>
                    <a:pt x="2397309" y="1030617"/>
                    <a:pt x="2346509" y="1086497"/>
                  </a:cubicBezTo>
                  <a:cubicBezTo>
                    <a:pt x="2283009" y="1160157"/>
                    <a:pt x="2176329" y="1260487"/>
                    <a:pt x="2103939" y="1320177"/>
                  </a:cubicBezTo>
                  <a:cubicBezTo>
                    <a:pt x="2050599" y="1364627"/>
                    <a:pt x="2003609" y="1403997"/>
                    <a:pt x="1955349" y="1425587"/>
                  </a:cubicBezTo>
                  <a:cubicBezTo>
                    <a:pt x="1919789" y="1440827"/>
                    <a:pt x="1884229" y="1435747"/>
                    <a:pt x="1849939" y="1448447"/>
                  </a:cubicBezTo>
                  <a:cubicBezTo>
                    <a:pt x="1814379" y="1463687"/>
                    <a:pt x="1780089" y="1499247"/>
                    <a:pt x="1745799" y="1513217"/>
                  </a:cubicBezTo>
                  <a:cubicBezTo>
                    <a:pt x="1715319" y="1524647"/>
                    <a:pt x="1700079" y="1528457"/>
                    <a:pt x="1655629" y="1532267"/>
                  </a:cubicBezTo>
                  <a:cubicBezTo>
                    <a:pt x="1536249" y="1546237"/>
                    <a:pt x="1153979" y="1538617"/>
                    <a:pt x="995229" y="1532267"/>
                  </a:cubicBezTo>
                  <a:cubicBezTo>
                    <a:pt x="905059" y="1528457"/>
                    <a:pt x="860609" y="1530997"/>
                    <a:pt x="783139" y="1517027"/>
                  </a:cubicBezTo>
                  <a:cubicBezTo>
                    <a:pt x="685349" y="1497977"/>
                    <a:pt x="540569" y="1457337"/>
                    <a:pt x="459289" y="1416697"/>
                  </a:cubicBezTo>
                  <a:cubicBezTo>
                    <a:pt x="404679" y="1388757"/>
                    <a:pt x="376739" y="1365897"/>
                    <a:pt x="331019" y="1322717"/>
                  </a:cubicBezTo>
                  <a:cubicBezTo>
                    <a:pt x="263709" y="1257947"/>
                    <a:pt x="158299" y="1123327"/>
                    <a:pt x="111309" y="1047127"/>
                  </a:cubicBezTo>
                  <a:cubicBezTo>
                    <a:pt x="82099" y="1000137"/>
                    <a:pt x="70669" y="963307"/>
                    <a:pt x="54159" y="922667"/>
                  </a:cubicBezTo>
                  <a:cubicBezTo>
                    <a:pt x="40189" y="885837"/>
                    <a:pt x="26219" y="869327"/>
                    <a:pt x="17329" y="817257"/>
                  </a:cubicBezTo>
                  <a:cubicBezTo>
                    <a:pt x="-5531" y="681367"/>
                    <a:pt x="-8071" y="156857"/>
                    <a:pt x="23679" y="59067"/>
                  </a:cubicBezTo>
                  <a:cubicBezTo>
                    <a:pt x="31299" y="32397"/>
                    <a:pt x="40189" y="23507"/>
                    <a:pt x="54159" y="13347"/>
                  </a:cubicBezTo>
                  <a:cubicBezTo>
                    <a:pt x="69399" y="3187"/>
                    <a:pt x="90989" y="-1893"/>
                    <a:pt x="108769" y="647"/>
                  </a:cubicBezTo>
                  <a:cubicBezTo>
                    <a:pt x="125279" y="1917"/>
                    <a:pt x="145599" y="13347"/>
                    <a:pt x="157029" y="26047"/>
                  </a:cubicBezTo>
                  <a:cubicBezTo>
                    <a:pt x="168459" y="38747"/>
                    <a:pt x="177349" y="78117"/>
                    <a:pt x="177349" y="78117"/>
                  </a:cubicBezTo>
                </a:path>
              </a:pathLst>
            </a:custGeom>
            <a:solidFill>
              <a:srgbClr val="E7191F"/>
            </a:solidFill>
            <a:ln cap="sq">
              <a:noFill/>
              <a:prstDash val="solid"/>
              <a:miter/>
            </a:ln>
          </p:spPr>
          <p:txBody>
            <a:bodyPr/>
            <a:lstStyle/>
            <a:p>
              <a:endParaRPr lang="en-GB"/>
            </a:p>
          </p:txBody>
        </p:sp>
      </p:grpSp>
      <p:grpSp>
        <p:nvGrpSpPr>
          <p:cNvPr id="64" name="Group 64"/>
          <p:cNvGrpSpPr/>
          <p:nvPr/>
        </p:nvGrpSpPr>
        <p:grpSpPr>
          <a:xfrm>
            <a:off x="5878830" y="9415463"/>
            <a:ext cx="1532573" cy="834390"/>
            <a:chOff x="0" y="0"/>
            <a:chExt cx="2043430" cy="1112520"/>
          </a:xfrm>
        </p:grpSpPr>
        <p:sp>
          <p:nvSpPr>
            <p:cNvPr id="65" name="Freeform 65"/>
            <p:cNvSpPr/>
            <p:nvPr/>
          </p:nvSpPr>
          <p:spPr>
            <a:xfrm>
              <a:off x="50132" y="47770"/>
              <a:ext cx="1944578" cy="1013808"/>
            </a:xfrm>
            <a:custGeom>
              <a:avLst/>
              <a:gdLst/>
              <a:ahLst/>
              <a:cxnLst/>
              <a:rect l="l" t="t" r="r" b="b"/>
              <a:pathLst>
                <a:path w="1944578" h="1013808">
                  <a:moveTo>
                    <a:pt x="125128" y="27160"/>
                  </a:moveTo>
                  <a:cubicBezTo>
                    <a:pt x="263558" y="166860"/>
                    <a:pt x="292768" y="201150"/>
                    <a:pt x="321978" y="259570"/>
                  </a:cubicBezTo>
                  <a:cubicBezTo>
                    <a:pt x="370238" y="356090"/>
                    <a:pt x="436278" y="584690"/>
                    <a:pt x="455328" y="671050"/>
                  </a:cubicBezTo>
                  <a:cubicBezTo>
                    <a:pt x="464218" y="710420"/>
                    <a:pt x="474378" y="732010"/>
                    <a:pt x="465488" y="758680"/>
                  </a:cubicBezTo>
                  <a:cubicBezTo>
                    <a:pt x="455328" y="787890"/>
                    <a:pt x="419768" y="828530"/>
                    <a:pt x="389288" y="836150"/>
                  </a:cubicBezTo>
                  <a:cubicBezTo>
                    <a:pt x="356268" y="842500"/>
                    <a:pt x="300388" y="818370"/>
                    <a:pt x="269908" y="789160"/>
                  </a:cubicBezTo>
                  <a:cubicBezTo>
                    <a:pt x="236888" y="756140"/>
                    <a:pt x="220378" y="690100"/>
                    <a:pt x="210218" y="635490"/>
                  </a:cubicBezTo>
                  <a:cubicBezTo>
                    <a:pt x="197518" y="577070"/>
                    <a:pt x="201328" y="514840"/>
                    <a:pt x="206408" y="451340"/>
                  </a:cubicBezTo>
                  <a:cubicBezTo>
                    <a:pt x="211488" y="378950"/>
                    <a:pt x="220378" y="292590"/>
                    <a:pt x="247048" y="225280"/>
                  </a:cubicBezTo>
                  <a:cubicBezTo>
                    <a:pt x="272448" y="160510"/>
                    <a:pt x="321978" y="88120"/>
                    <a:pt x="360078" y="51290"/>
                  </a:cubicBezTo>
                  <a:cubicBezTo>
                    <a:pt x="385478" y="27160"/>
                    <a:pt x="409608" y="14460"/>
                    <a:pt x="437548" y="5570"/>
                  </a:cubicBezTo>
                  <a:cubicBezTo>
                    <a:pt x="466758" y="-2050"/>
                    <a:pt x="501048" y="-780"/>
                    <a:pt x="531528" y="3030"/>
                  </a:cubicBezTo>
                  <a:cubicBezTo>
                    <a:pt x="562008" y="6840"/>
                    <a:pt x="584868" y="9380"/>
                    <a:pt x="620428" y="25890"/>
                  </a:cubicBezTo>
                  <a:cubicBezTo>
                    <a:pt x="683928" y="56370"/>
                    <a:pt x="808388" y="145270"/>
                    <a:pt x="870618" y="203690"/>
                  </a:cubicBezTo>
                  <a:cubicBezTo>
                    <a:pt x="915068" y="244330"/>
                    <a:pt x="941738" y="283700"/>
                    <a:pt x="970948" y="323070"/>
                  </a:cubicBezTo>
                  <a:cubicBezTo>
                    <a:pt x="996348" y="358630"/>
                    <a:pt x="1019208" y="386570"/>
                    <a:pt x="1036988" y="429750"/>
                  </a:cubicBezTo>
                  <a:cubicBezTo>
                    <a:pt x="1059848" y="488170"/>
                    <a:pt x="1073818" y="573260"/>
                    <a:pt x="1086518" y="644380"/>
                  </a:cubicBezTo>
                  <a:cubicBezTo>
                    <a:pt x="1099218" y="715500"/>
                    <a:pt x="1132238" y="814560"/>
                    <a:pt x="1110648" y="859010"/>
                  </a:cubicBezTo>
                  <a:cubicBezTo>
                    <a:pt x="1096678" y="888220"/>
                    <a:pt x="1061118" y="908540"/>
                    <a:pt x="1031908" y="911080"/>
                  </a:cubicBezTo>
                  <a:cubicBezTo>
                    <a:pt x="996348" y="913620"/>
                    <a:pt x="936658" y="880600"/>
                    <a:pt x="909988" y="855200"/>
                  </a:cubicBezTo>
                  <a:cubicBezTo>
                    <a:pt x="888398" y="834880"/>
                    <a:pt x="880778" y="812020"/>
                    <a:pt x="869348" y="780270"/>
                  </a:cubicBezTo>
                  <a:cubicBezTo>
                    <a:pt x="851568" y="733280"/>
                    <a:pt x="832518" y="653270"/>
                    <a:pt x="828708" y="594850"/>
                  </a:cubicBezTo>
                  <a:cubicBezTo>
                    <a:pt x="826168" y="544050"/>
                    <a:pt x="832518" y="493250"/>
                    <a:pt x="842678" y="450070"/>
                  </a:cubicBezTo>
                  <a:cubicBezTo>
                    <a:pt x="852838" y="410700"/>
                    <a:pt x="869348" y="378950"/>
                    <a:pt x="885858" y="344660"/>
                  </a:cubicBezTo>
                  <a:cubicBezTo>
                    <a:pt x="902368" y="311640"/>
                    <a:pt x="918878" y="277350"/>
                    <a:pt x="943008" y="248140"/>
                  </a:cubicBezTo>
                  <a:cubicBezTo>
                    <a:pt x="968408" y="216390"/>
                    <a:pt x="998888" y="187180"/>
                    <a:pt x="1036988" y="163050"/>
                  </a:cubicBezTo>
                  <a:cubicBezTo>
                    <a:pt x="1080168" y="136380"/>
                    <a:pt x="1137318" y="114790"/>
                    <a:pt x="1193198" y="99550"/>
                  </a:cubicBezTo>
                  <a:cubicBezTo>
                    <a:pt x="1251618" y="83040"/>
                    <a:pt x="1329088" y="61450"/>
                    <a:pt x="1381158" y="69070"/>
                  </a:cubicBezTo>
                  <a:cubicBezTo>
                    <a:pt x="1421798" y="74150"/>
                    <a:pt x="1454818" y="91930"/>
                    <a:pt x="1482758" y="113520"/>
                  </a:cubicBezTo>
                  <a:cubicBezTo>
                    <a:pt x="1510698" y="133840"/>
                    <a:pt x="1529748" y="163050"/>
                    <a:pt x="1548798" y="190990"/>
                  </a:cubicBezTo>
                  <a:cubicBezTo>
                    <a:pt x="1566578" y="220200"/>
                    <a:pt x="1580548" y="240520"/>
                    <a:pt x="1594518" y="282430"/>
                  </a:cubicBezTo>
                  <a:cubicBezTo>
                    <a:pt x="1621188" y="363710"/>
                    <a:pt x="1607218" y="563100"/>
                    <a:pt x="1665638" y="662160"/>
                  </a:cubicBezTo>
                  <a:cubicBezTo>
                    <a:pt x="1718978" y="751060"/>
                    <a:pt x="1871378" y="815830"/>
                    <a:pt x="1913288" y="861550"/>
                  </a:cubicBezTo>
                  <a:cubicBezTo>
                    <a:pt x="1929798" y="879330"/>
                    <a:pt x="1937418" y="889490"/>
                    <a:pt x="1942498" y="907270"/>
                  </a:cubicBezTo>
                  <a:cubicBezTo>
                    <a:pt x="1946308" y="923780"/>
                    <a:pt x="1945038" y="945370"/>
                    <a:pt x="1937418" y="960610"/>
                  </a:cubicBezTo>
                  <a:cubicBezTo>
                    <a:pt x="1931068" y="977120"/>
                    <a:pt x="1917098" y="993630"/>
                    <a:pt x="1901858" y="1001250"/>
                  </a:cubicBezTo>
                  <a:cubicBezTo>
                    <a:pt x="1886618" y="1010140"/>
                    <a:pt x="1866298" y="1016490"/>
                    <a:pt x="1848518" y="1012680"/>
                  </a:cubicBezTo>
                  <a:cubicBezTo>
                    <a:pt x="1826928" y="1007600"/>
                    <a:pt x="1793908" y="987280"/>
                    <a:pt x="1783748" y="965690"/>
                  </a:cubicBezTo>
                  <a:cubicBezTo>
                    <a:pt x="1772318" y="944100"/>
                    <a:pt x="1776128" y="906000"/>
                    <a:pt x="1785018" y="885680"/>
                  </a:cubicBezTo>
                  <a:cubicBezTo>
                    <a:pt x="1792638" y="869170"/>
                    <a:pt x="1807878" y="855200"/>
                    <a:pt x="1825658" y="848850"/>
                  </a:cubicBezTo>
                  <a:cubicBezTo>
                    <a:pt x="1845978" y="842500"/>
                    <a:pt x="1885348" y="845040"/>
                    <a:pt x="1905668" y="855200"/>
                  </a:cubicBezTo>
                  <a:cubicBezTo>
                    <a:pt x="1920908" y="864090"/>
                    <a:pt x="1934878" y="880600"/>
                    <a:pt x="1939958" y="898380"/>
                  </a:cubicBezTo>
                  <a:cubicBezTo>
                    <a:pt x="1945038" y="918700"/>
                    <a:pt x="1942498" y="958070"/>
                    <a:pt x="1928528" y="977120"/>
                  </a:cubicBezTo>
                  <a:cubicBezTo>
                    <a:pt x="1915828" y="996170"/>
                    <a:pt x="1878998" y="1011410"/>
                    <a:pt x="1857408" y="1012680"/>
                  </a:cubicBezTo>
                  <a:cubicBezTo>
                    <a:pt x="1839628" y="1013950"/>
                    <a:pt x="1828198" y="1006330"/>
                    <a:pt x="1806608" y="993630"/>
                  </a:cubicBezTo>
                  <a:cubicBezTo>
                    <a:pt x="1760888" y="969500"/>
                    <a:pt x="1664368" y="895840"/>
                    <a:pt x="1611028" y="843770"/>
                  </a:cubicBezTo>
                  <a:cubicBezTo>
                    <a:pt x="1566578" y="801860"/>
                    <a:pt x="1531018" y="775190"/>
                    <a:pt x="1501808" y="712960"/>
                  </a:cubicBezTo>
                  <a:cubicBezTo>
                    <a:pt x="1452278" y="610090"/>
                    <a:pt x="1464978" y="302750"/>
                    <a:pt x="1406558" y="254490"/>
                  </a:cubicBezTo>
                  <a:cubicBezTo>
                    <a:pt x="1381158" y="231630"/>
                    <a:pt x="1350678" y="243060"/>
                    <a:pt x="1313848" y="250680"/>
                  </a:cubicBezTo>
                  <a:cubicBezTo>
                    <a:pt x="1257968" y="260840"/>
                    <a:pt x="1153828" y="304020"/>
                    <a:pt x="1106838" y="338310"/>
                  </a:cubicBezTo>
                  <a:cubicBezTo>
                    <a:pt x="1076358" y="362440"/>
                    <a:pt x="1059848" y="389110"/>
                    <a:pt x="1043338" y="415780"/>
                  </a:cubicBezTo>
                  <a:cubicBezTo>
                    <a:pt x="1029368" y="439910"/>
                    <a:pt x="1019208" y="464040"/>
                    <a:pt x="1011588" y="491980"/>
                  </a:cubicBezTo>
                  <a:cubicBezTo>
                    <a:pt x="1005238" y="519920"/>
                    <a:pt x="1003968" y="546590"/>
                    <a:pt x="1003968" y="582150"/>
                  </a:cubicBezTo>
                  <a:cubicBezTo>
                    <a:pt x="1006508" y="631680"/>
                    <a:pt x="1049688" y="724390"/>
                    <a:pt x="1029368" y="759950"/>
                  </a:cubicBezTo>
                  <a:cubicBezTo>
                    <a:pt x="1014128" y="786620"/>
                    <a:pt x="959518" y="813290"/>
                    <a:pt x="935388" y="800590"/>
                  </a:cubicBezTo>
                  <a:cubicBezTo>
                    <a:pt x="892208" y="777730"/>
                    <a:pt x="893478" y="558020"/>
                    <a:pt x="869348" y="493250"/>
                  </a:cubicBezTo>
                  <a:cubicBezTo>
                    <a:pt x="856648" y="460230"/>
                    <a:pt x="849028" y="447530"/>
                    <a:pt x="829978" y="422130"/>
                  </a:cubicBezTo>
                  <a:cubicBezTo>
                    <a:pt x="803308" y="385300"/>
                    <a:pt x="761398" y="338310"/>
                    <a:pt x="715678" y="300210"/>
                  </a:cubicBezTo>
                  <a:cubicBezTo>
                    <a:pt x="663608" y="255760"/>
                    <a:pt x="583598" y="193530"/>
                    <a:pt x="534068" y="178290"/>
                  </a:cubicBezTo>
                  <a:cubicBezTo>
                    <a:pt x="504858" y="169400"/>
                    <a:pt x="478188" y="161780"/>
                    <a:pt x="456598" y="177020"/>
                  </a:cubicBezTo>
                  <a:cubicBezTo>
                    <a:pt x="417228" y="204960"/>
                    <a:pt x="391828" y="335770"/>
                    <a:pt x="377858" y="419590"/>
                  </a:cubicBezTo>
                  <a:cubicBezTo>
                    <a:pt x="365158" y="505950"/>
                    <a:pt x="413418" y="650730"/>
                    <a:pt x="380398" y="687560"/>
                  </a:cubicBezTo>
                  <a:cubicBezTo>
                    <a:pt x="361348" y="709150"/>
                    <a:pt x="310548" y="710420"/>
                    <a:pt x="288958" y="696450"/>
                  </a:cubicBezTo>
                  <a:cubicBezTo>
                    <a:pt x="263558" y="681210"/>
                    <a:pt x="259748" y="627870"/>
                    <a:pt x="245778" y="583420"/>
                  </a:cubicBezTo>
                  <a:cubicBezTo>
                    <a:pt x="226728" y="521190"/>
                    <a:pt x="214028" y="413240"/>
                    <a:pt x="189898" y="353550"/>
                  </a:cubicBezTo>
                  <a:cubicBezTo>
                    <a:pt x="173388" y="312910"/>
                    <a:pt x="156878" y="288780"/>
                    <a:pt x="131478" y="255760"/>
                  </a:cubicBezTo>
                  <a:cubicBezTo>
                    <a:pt x="100998" y="217660"/>
                    <a:pt x="37498" y="168130"/>
                    <a:pt x="17178" y="140190"/>
                  </a:cubicBezTo>
                  <a:cubicBezTo>
                    <a:pt x="7018" y="126220"/>
                    <a:pt x="3208" y="119870"/>
                    <a:pt x="668" y="105900"/>
                  </a:cubicBezTo>
                  <a:cubicBezTo>
                    <a:pt x="-1872" y="90660"/>
                    <a:pt x="3208" y="65260"/>
                    <a:pt x="9558" y="51290"/>
                  </a:cubicBezTo>
                  <a:cubicBezTo>
                    <a:pt x="15908" y="39860"/>
                    <a:pt x="24798" y="30970"/>
                    <a:pt x="36228" y="24620"/>
                  </a:cubicBezTo>
                  <a:cubicBezTo>
                    <a:pt x="50198" y="15730"/>
                    <a:pt x="74328" y="10650"/>
                    <a:pt x="90838" y="13190"/>
                  </a:cubicBezTo>
                  <a:cubicBezTo>
                    <a:pt x="103538" y="14460"/>
                    <a:pt x="125128" y="27160"/>
                    <a:pt x="125128" y="27160"/>
                  </a:cubicBezTo>
                </a:path>
              </a:pathLst>
            </a:custGeom>
            <a:solidFill>
              <a:srgbClr val="E7191F"/>
            </a:solidFill>
            <a:ln cap="sq">
              <a:noFill/>
              <a:prstDash val="solid"/>
              <a:miter/>
            </a:ln>
          </p:spPr>
          <p:txBody>
            <a:bodyPr/>
            <a:lstStyle/>
            <a:p>
              <a:endParaRPr lang="en-GB"/>
            </a:p>
          </p:txBody>
        </p:sp>
      </p:grpSp>
      <p:grpSp>
        <p:nvGrpSpPr>
          <p:cNvPr id="66" name="Group 66"/>
          <p:cNvGrpSpPr/>
          <p:nvPr/>
        </p:nvGrpSpPr>
        <p:grpSpPr>
          <a:xfrm>
            <a:off x="7389495" y="9567862"/>
            <a:ext cx="678180" cy="629602"/>
            <a:chOff x="0" y="0"/>
            <a:chExt cx="904240" cy="839470"/>
          </a:xfrm>
        </p:grpSpPr>
        <p:sp>
          <p:nvSpPr>
            <p:cNvPr id="67" name="Freeform 67"/>
            <p:cNvSpPr/>
            <p:nvPr/>
          </p:nvSpPr>
          <p:spPr>
            <a:xfrm>
              <a:off x="50639" y="49329"/>
              <a:ext cx="802525" cy="739667"/>
            </a:xfrm>
            <a:custGeom>
              <a:avLst/>
              <a:gdLst/>
              <a:ahLst/>
              <a:cxnLst/>
              <a:rect l="l" t="t" r="r" b="b"/>
              <a:pathLst>
                <a:path w="802525" h="739667">
                  <a:moveTo>
                    <a:pt x="152561" y="53541"/>
                  </a:moveTo>
                  <a:cubicBezTo>
                    <a:pt x="190661" y="191971"/>
                    <a:pt x="183041" y="363421"/>
                    <a:pt x="214791" y="418031"/>
                  </a:cubicBezTo>
                  <a:cubicBezTo>
                    <a:pt x="231301" y="445971"/>
                    <a:pt x="252891" y="452321"/>
                    <a:pt x="282101" y="466291"/>
                  </a:cubicBezTo>
                  <a:cubicBezTo>
                    <a:pt x="325281" y="487881"/>
                    <a:pt x="398941" y="503121"/>
                    <a:pt x="453551" y="519631"/>
                  </a:cubicBezTo>
                  <a:cubicBezTo>
                    <a:pt x="504351" y="534871"/>
                    <a:pt x="550071" y="552651"/>
                    <a:pt x="599601" y="562811"/>
                  </a:cubicBezTo>
                  <a:cubicBezTo>
                    <a:pt x="649131" y="574241"/>
                    <a:pt x="721521" y="567891"/>
                    <a:pt x="754541" y="583131"/>
                  </a:cubicBezTo>
                  <a:cubicBezTo>
                    <a:pt x="773591" y="592021"/>
                    <a:pt x="785021" y="603451"/>
                    <a:pt x="792641" y="617421"/>
                  </a:cubicBezTo>
                  <a:cubicBezTo>
                    <a:pt x="800261" y="632661"/>
                    <a:pt x="804071" y="652981"/>
                    <a:pt x="801531" y="669491"/>
                  </a:cubicBezTo>
                  <a:cubicBezTo>
                    <a:pt x="800261" y="684731"/>
                    <a:pt x="792641" y="703781"/>
                    <a:pt x="778671" y="715211"/>
                  </a:cubicBezTo>
                  <a:cubicBezTo>
                    <a:pt x="762161" y="729181"/>
                    <a:pt x="727871" y="741881"/>
                    <a:pt x="706281" y="736801"/>
                  </a:cubicBezTo>
                  <a:cubicBezTo>
                    <a:pt x="683421" y="732991"/>
                    <a:pt x="656751" y="707591"/>
                    <a:pt x="646591" y="688541"/>
                  </a:cubicBezTo>
                  <a:cubicBezTo>
                    <a:pt x="638971" y="673301"/>
                    <a:pt x="638971" y="652981"/>
                    <a:pt x="642781" y="636471"/>
                  </a:cubicBezTo>
                  <a:cubicBezTo>
                    <a:pt x="647861" y="621231"/>
                    <a:pt x="656751" y="603451"/>
                    <a:pt x="671991" y="593291"/>
                  </a:cubicBezTo>
                  <a:cubicBezTo>
                    <a:pt x="688501" y="581861"/>
                    <a:pt x="725331" y="572971"/>
                    <a:pt x="746921" y="579321"/>
                  </a:cubicBezTo>
                  <a:cubicBezTo>
                    <a:pt x="767241" y="586941"/>
                    <a:pt x="792641" y="612341"/>
                    <a:pt x="800261" y="633931"/>
                  </a:cubicBezTo>
                  <a:cubicBezTo>
                    <a:pt x="806611" y="655521"/>
                    <a:pt x="798991" y="691081"/>
                    <a:pt x="785021" y="708861"/>
                  </a:cubicBezTo>
                  <a:cubicBezTo>
                    <a:pt x="769781" y="726641"/>
                    <a:pt x="743111" y="734261"/>
                    <a:pt x="713901" y="738071"/>
                  </a:cubicBezTo>
                  <a:cubicBezTo>
                    <a:pt x="673261" y="744421"/>
                    <a:pt x="608491" y="730451"/>
                    <a:pt x="556421" y="720291"/>
                  </a:cubicBezTo>
                  <a:cubicBezTo>
                    <a:pt x="506891" y="710131"/>
                    <a:pt x="466251" y="698701"/>
                    <a:pt x="409101" y="679651"/>
                  </a:cubicBezTo>
                  <a:cubicBezTo>
                    <a:pt x="331631" y="652981"/>
                    <a:pt x="190661" y="618691"/>
                    <a:pt x="132241" y="570431"/>
                  </a:cubicBezTo>
                  <a:cubicBezTo>
                    <a:pt x="92871" y="537411"/>
                    <a:pt x="77631" y="491691"/>
                    <a:pt x="62391" y="456131"/>
                  </a:cubicBezTo>
                  <a:cubicBezTo>
                    <a:pt x="49691" y="426921"/>
                    <a:pt x="45881" y="406601"/>
                    <a:pt x="40801" y="372311"/>
                  </a:cubicBezTo>
                  <a:cubicBezTo>
                    <a:pt x="33181" y="321511"/>
                    <a:pt x="38261" y="228801"/>
                    <a:pt x="28101" y="176731"/>
                  </a:cubicBezTo>
                  <a:cubicBezTo>
                    <a:pt x="21751" y="139901"/>
                    <a:pt x="161" y="110691"/>
                    <a:pt x="161" y="84021"/>
                  </a:cubicBezTo>
                  <a:cubicBezTo>
                    <a:pt x="-1109" y="63701"/>
                    <a:pt x="5241" y="44651"/>
                    <a:pt x="15401" y="30681"/>
                  </a:cubicBezTo>
                  <a:cubicBezTo>
                    <a:pt x="25561" y="16711"/>
                    <a:pt x="44611" y="4011"/>
                    <a:pt x="62391" y="1471"/>
                  </a:cubicBezTo>
                  <a:cubicBezTo>
                    <a:pt x="78901" y="-2339"/>
                    <a:pt x="101761" y="1471"/>
                    <a:pt x="117001" y="10361"/>
                  </a:cubicBezTo>
                  <a:cubicBezTo>
                    <a:pt x="132241" y="17981"/>
                    <a:pt x="152561" y="53541"/>
                    <a:pt x="152561" y="53541"/>
                  </a:cubicBezTo>
                </a:path>
              </a:pathLst>
            </a:custGeom>
            <a:solidFill>
              <a:srgbClr val="E7191F"/>
            </a:solidFill>
            <a:ln cap="sq">
              <a:noFill/>
              <a:prstDash val="solid"/>
              <a:miter/>
            </a:ln>
          </p:spPr>
          <p:txBody>
            <a:bodyPr/>
            <a:lstStyle/>
            <a:p>
              <a:endParaRPr lang="en-GB"/>
            </a:p>
          </p:txBody>
        </p:sp>
      </p:grpSp>
      <p:grpSp>
        <p:nvGrpSpPr>
          <p:cNvPr id="68" name="Group 68"/>
          <p:cNvGrpSpPr/>
          <p:nvPr/>
        </p:nvGrpSpPr>
        <p:grpSpPr>
          <a:xfrm>
            <a:off x="8174355" y="9517380"/>
            <a:ext cx="481012" cy="652462"/>
            <a:chOff x="0" y="0"/>
            <a:chExt cx="641350" cy="869950"/>
          </a:xfrm>
        </p:grpSpPr>
        <p:sp>
          <p:nvSpPr>
            <p:cNvPr id="69" name="Freeform 69"/>
            <p:cNvSpPr/>
            <p:nvPr/>
          </p:nvSpPr>
          <p:spPr>
            <a:xfrm>
              <a:off x="50743" y="49132"/>
              <a:ext cx="542527" cy="771634"/>
            </a:xfrm>
            <a:custGeom>
              <a:avLst/>
              <a:gdLst/>
              <a:ahLst/>
              <a:cxnLst/>
              <a:rect l="l" t="t" r="r" b="b"/>
              <a:pathLst>
                <a:path w="542527" h="771634">
                  <a:moveTo>
                    <a:pt x="448367" y="159148"/>
                  </a:moveTo>
                  <a:cubicBezTo>
                    <a:pt x="356927" y="166768"/>
                    <a:pt x="313747" y="189628"/>
                    <a:pt x="285807" y="208678"/>
                  </a:cubicBezTo>
                  <a:cubicBezTo>
                    <a:pt x="262947" y="225188"/>
                    <a:pt x="246437" y="241698"/>
                    <a:pt x="229927" y="262018"/>
                  </a:cubicBezTo>
                  <a:cubicBezTo>
                    <a:pt x="212147" y="282338"/>
                    <a:pt x="184207" y="310278"/>
                    <a:pt x="182937" y="334408"/>
                  </a:cubicBezTo>
                  <a:cubicBezTo>
                    <a:pt x="181667" y="358538"/>
                    <a:pt x="200717" y="390288"/>
                    <a:pt x="221037" y="406798"/>
                  </a:cubicBezTo>
                  <a:cubicBezTo>
                    <a:pt x="241357" y="423308"/>
                    <a:pt x="275647" y="418228"/>
                    <a:pt x="306127" y="430928"/>
                  </a:cubicBezTo>
                  <a:cubicBezTo>
                    <a:pt x="341687" y="446168"/>
                    <a:pt x="387407" y="470298"/>
                    <a:pt x="417887" y="496968"/>
                  </a:cubicBezTo>
                  <a:cubicBezTo>
                    <a:pt x="445827" y="519828"/>
                    <a:pt x="467417" y="541418"/>
                    <a:pt x="486467" y="574438"/>
                  </a:cubicBezTo>
                  <a:cubicBezTo>
                    <a:pt x="510597" y="615078"/>
                    <a:pt x="553777" y="693818"/>
                    <a:pt x="539807" y="726838"/>
                  </a:cubicBezTo>
                  <a:cubicBezTo>
                    <a:pt x="528377" y="752238"/>
                    <a:pt x="486467" y="761128"/>
                    <a:pt x="445827" y="768748"/>
                  </a:cubicBezTo>
                  <a:cubicBezTo>
                    <a:pt x="382327" y="778908"/>
                    <a:pt x="186747" y="759858"/>
                    <a:pt x="184207" y="748428"/>
                  </a:cubicBezTo>
                  <a:cubicBezTo>
                    <a:pt x="184207" y="744618"/>
                    <a:pt x="218497" y="734458"/>
                    <a:pt x="218497" y="734458"/>
                  </a:cubicBezTo>
                  <a:cubicBezTo>
                    <a:pt x="218497" y="734458"/>
                    <a:pt x="166427" y="768748"/>
                    <a:pt x="143567" y="770018"/>
                  </a:cubicBezTo>
                  <a:cubicBezTo>
                    <a:pt x="124517" y="771288"/>
                    <a:pt x="104197" y="761128"/>
                    <a:pt x="91497" y="749698"/>
                  </a:cubicBezTo>
                  <a:cubicBezTo>
                    <a:pt x="77527" y="738268"/>
                    <a:pt x="64827" y="719218"/>
                    <a:pt x="61017" y="701438"/>
                  </a:cubicBezTo>
                  <a:cubicBezTo>
                    <a:pt x="57207" y="684928"/>
                    <a:pt x="59747" y="662068"/>
                    <a:pt x="66097" y="645558"/>
                  </a:cubicBezTo>
                  <a:cubicBezTo>
                    <a:pt x="73717" y="629048"/>
                    <a:pt x="88957" y="612538"/>
                    <a:pt x="105467" y="604918"/>
                  </a:cubicBezTo>
                  <a:cubicBezTo>
                    <a:pt x="120707" y="596028"/>
                    <a:pt x="142297" y="589678"/>
                    <a:pt x="160077" y="594758"/>
                  </a:cubicBezTo>
                  <a:cubicBezTo>
                    <a:pt x="182937" y="599838"/>
                    <a:pt x="217227" y="621428"/>
                    <a:pt x="227387" y="644288"/>
                  </a:cubicBezTo>
                  <a:cubicBezTo>
                    <a:pt x="237547" y="665878"/>
                    <a:pt x="236277" y="705248"/>
                    <a:pt x="223577" y="726838"/>
                  </a:cubicBezTo>
                  <a:cubicBezTo>
                    <a:pt x="210877" y="747158"/>
                    <a:pt x="176587" y="766208"/>
                    <a:pt x="153727" y="770018"/>
                  </a:cubicBezTo>
                  <a:cubicBezTo>
                    <a:pt x="134677" y="772558"/>
                    <a:pt x="113087" y="764938"/>
                    <a:pt x="99117" y="756048"/>
                  </a:cubicBezTo>
                  <a:cubicBezTo>
                    <a:pt x="83877" y="745888"/>
                    <a:pt x="68637" y="729378"/>
                    <a:pt x="63557" y="711598"/>
                  </a:cubicBezTo>
                  <a:cubicBezTo>
                    <a:pt x="58477" y="688738"/>
                    <a:pt x="58477" y="650638"/>
                    <a:pt x="76257" y="629048"/>
                  </a:cubicBezTo>
                  <a:cubicBezTo>
                    <a:pt x="104197" y="597298"/>
                    <a:pt x="194367" y="575708"/>
                    <a:pt x="252787" y="573168"/>
                  </a:cubicBezTo>
                  <a:cubicBezTo>
                    <a:pt x="311207" y="570628"/>
                    <a:pt x="412807" y="584598"/>
                    <a:pt x="429317" y="615078"/>
                  </a:cubicBezTo>
                  <a:cubicBezTo>
                    <a:pt x="440747" y="637938"/>
                    <a:pt x="417887" y="702708"/>
                    <a:pt x="395027" y="709058"/>
                  </a:cubicBezTo>
                  <a:cubicBezTo>
                    <a:pt x="362007" y="719218"/>
                    <a:pt x="284537" y="606188"/>
                    <a:pt x="223577" y="570628"/>
                  </a:cubicBezTo>
                  <a:cubicBezTo>
                    <a:pt x="166427" y="537608"/>
                    <a:pt x="78797" y="537608"/>
                    <a:pt x="41967" y="502048"/>
                  </a:cubicBezTo>
                  <a:cubicBezTo>
                    <a:pt x="14027" y="474108"/>
                    <a:pt x="1327" y="432198"/>
                    <a:pt x="57" y="396638"/>
                  </a:cubicBezTo>
                  <a:cubicBezTo>
                    <a:pt x="-1213" y="361078"/>
                    <a:pt x="19107" y="317898"/>
                    <a:pt x="34347" y="287418"/>
                  </a:cubicBezTo>
                  <a:cubicBezTo>
                    <a:pt x="47047" y="262018"/>
                    <a:pt x="68637" y="246778"/>
                    <a:pt x="80067" y="225188"/>
                  </a:cubicBezTo>
                  <a:cubicBezTo>
                    <a:pt x="92767" y="202328"/>
                    <a:pt x="95307" y="174388"/>
                    <a:pt x="110547" y="151528"/>
                  </a:cubicBezTo>
                  <a:cubicBezTo>
                    <a:pt x="127057" y="127398"/>
                    <a:pt x="151187" y="104538"/>
                    <a:pt x="176587" y="84218"/>
                  </a:cubicBezTo>
                  <a:cubicBezTo>
                    <a:pt x="207067" y="61358"/>
                    <a:pt x="245167" y="38498"/>
                    <a:pt x="280727" y="24528"/>
                  </a:cubicBezTo>
                  <a:cubicBezTo>
                    <a:pt x="315017" y="11828"/>
                    <a:pt x="353117" y="5478"/>
                    <a:pt x="386137" y="1668"/>
                  </a:cubicBezTo>
                  <a:cubicBezTo>
                    <a:pt x="414077" y="-872"/>
                    <a:pt x="445827" y="-872"/>
                    <a:pt x="466147" y="4208"/>
                  </a:cubicBezTo>
                  <a:cubicBezTo>
                    <a:pt x="481387" y="8018"/>
                    <a:pt x="490277" y="13098"/>
                    <a:pt x="500437" y="21988"/>
                  </a:cubicBezTo>
                  <a:cubicBezTo>
                    <a:pt x="511867" y="33418"/>
                    <a:pt x="523297" y="56278"/>
                    <a:pt x="525837" y="71518"/>
                  </a:cubicBezTo>
                  <a:cubicBezTo>
                    <a:pt x="528377" y="84218"/>
                    <a:pt x="527107" y="96918"/>
                    <a:pt x="520757" y="108348"/>
                  </a:cubicBezTo>
                  <a:cubicBezTo>
                    <a:pt x="514407" y="123588"/>
                    <a:pt x="497897" y="142638"/>
                    <a:pt x="483927" y="150258"/>
                  </a:cubicBezTo>
                  <a:cubicBezTo>
                    <a:pt x="473767" y="157878"/>
                    <a:pt x="448367" y="159148"/>
                    <a:pt x="448367" y="159148"/>
                  </a:cubicBezTo>
                </a:path>
              </a:pathLst>
            </a:custGeom>
            <a:solidFill>
              <a:srgbClr val="E7191F"/>
            </a:solidFill>
            <a:ln cap="sq">
              <a:noFill/>
              <a:prstDash val="solid"/>
              <a:miter/>
            </a:ln>
          </p:spPr>
          <p:txBody>
            <a:bodyPr/>
            <a:lstStyle/>
            <a:p>
              <a:endParaRPr lang="en-GB"/>
            </a:p>
          </p:txBody>
        </p:sp>
      </p:grpSp>
      <p:grpSp>
        <p:nvGrpSpPr>
          <p:cNvPr id="70" name="Group 70"/>
          <p:cNvGrpSpPr/>
          <p:nvPr/>
        </p:nvGrpSpPr>
        <p:grpSpPr>
          <a:xfrm>
            <a:off x="8669655" y="9517380"/>
            <a:ext cx="556260" cy="781050"/>
            <a:chOff x="0" y="0"/>
            <a:chExt cx="741680" cy="1041400"/>
          </a:xfrm>
        </p:grpSpPr>
        <p:sp>
          <p:nvSpPr>
            <p:cNvPr id="71" name="Freeform 71"/>
            <p:cNvSpPr/>
            <p:nvPr/>
          </p:nvSpPr>
          <p:spPr>
            <a:xfrm>
              <a:off x="50662" y="47734"/>
              <a:ext cx="638948" cy="943095"/>
            </a:xfrm>
            <a:custGeom>
              <a:avLst/>
              <a:gdLst/>
              <a:ahLst/>
              <a:cxnLst/>
              <a:rect l="l" t="t" r="r" b="b"/>
              <a:pathLst>
                <a:path w="638948" h="943095">
                  <a:moveTo>
                    <a:pt x="544968" y="180866"/>
                  </a:moveTo>
                  <a:cubicBezTo>
                    <a:pt x="373518" y="164356"/>
                    <a:pt x="346848" y="166896"/>
                    <a:pt x="325258" y="182136"/>
                  </a:cubicBezTo>
                  <a:cubicBezTo>
                    <a:pt x="303668" y="198646"/>
                    <a:pt x="288428" y="226586"/>
                    <a:pt x="276998" y="259606"/>
                  </a:cubicBezTo>
                  <a:cubicBezTo>
                    <a:pt x="261758" y="302786"/>
                    <a:pt x="236358" y="399306"/>
                    <a:pt x="257948" y="425976"/>
                  </a:cubicBezTo>
                  <a:cubicBezTo>
                    <a:pt x="273188" y="445026"/>
                    <a:pt x="315098" y="422166"/>
                    <a:pt x="348118" y="437406"/>
                  </a:cubicBezTo>
                  <a:cubicBezTo>
                    <a:pt x="401458" y="460266"/>
                    <a:pt x="489088" y="541546"/>
                    <a:pt x="532268" y="593616"/>
                  </a:cubicBezTo>
                  <a:cubicBezTo>
                    <a:pt x="564018" y="631716"/>
                    <a:pt x="586878" y="669816"/>
                    <a:pt x="598308" y="706646"/>
                  </a:cubicBezTo>
                  <a:cubicBezTo>
                    <a:pt x="607198" y="735856"/>
                    <a:pt x="611008" y="763796"/>
                    <a:pt x="604658" y="794276"/>
                  </a:cubicBezTo>
                  <a:cubicBezTo>
                    <a:pt x="598308" y="828566"/>
                    <a:pt x="579258" y="878096"/>
                    <a:pt x="552588" y="899686"/>
                  </a:cubicBezTo>
                  <a:cubicBezTo>
                    <a:pt x="527188" y="918736"/>
                    <a:pt x="490358" y="920006"/>
                    <a:pt x="453528" y="920006"/>
                  </a:cubicBezTo>
                  <a:cubicBezTo>
                    <a:pt x="406538" y="918736"/>
                    <a:pt x="340498" y="881906"/>
                    <a:pt x="292238" y="879366"/>
                  </a:cubicBezTo>
                  <a:cubicBezTo>
                    <a:pt x="254138" y="876826"/>
                    <a:pt x="218578" y="883176"/>
                    <a:pt x="189368" y="894606"/>
                  </a:cubicBezTo>
                  <a:cubicBezTo>
                    <a:pt x="162698" y="903496"/>
                    <a:pt x="142378" y="930166"/>
                    <a:pt x="119518" y="937786"/>
                  </a:cubicBezTo>
                  <a:cubicBezTo>
                    <a:pt x="100468" y="942866"/>
                    <a:pt x="80148" y="945406"/>
                    <a:pt x="63638" y="940326"/>
                  </a:cubicBezTo>
                  <a:cubicBezTo>
                    <a:pt x="45858" y="935246"/>
                    <a:pt x="28078" y="921276"/>
                    <a:pt x="16648" y="907306"/>
                  </a:cubicBezTo>
                  <a:cubicBezTo>
                    <a:pt x="6488" y="893336"/>
                    <a:pt x="-1132" y="871746"/>
                    <a:pt x="138" y="853966"/>
                  </a:cubicBezTo>
                  <a:cubicBezTo>
                    <a:pt x="138" y="836186"/>
                    <a:pt x="5218" y="814596"/>
                    <a:pt x="17918" y="800626"/>
                  </a:cubicBezTo>
                  <a:cubicBezTo>
                    <a:pt x="34428" y="784116"/>
                    <a:pt x="71258" y="767606"/>
                    <a:pt x="94118" y="766336"/>
                  </a:cubicBezTo>
                  <a:cubicBezTo>
                    <a:pt x="113168" y="766336"/>
                    <a:pt x="133488" y="775226"/>
                    <a:pt x="146188" y="787926"/>
                  </a:cubicBezTo>
                  <a:cubicBezTo>
                    <a:pt x="162698" y="804436"/>
                    <a:pt x="176668" y="842536"/>
                    <a:pt x="175398" y="865396"/>
                  </a:cubicBezTo>
                  <a:cubicBezTo>
                    <a:pt x="175398" y="884446"/>
                    <a:pt x="165238" y="904766"/>
                    <a:pt x="151268" y="916196"/>
                  </a:cubicBezTo>
                  <a:cubicBezTo>
                    <a:pt x="133488" y="931436"/>
                    <a:pt x="95388" y="944136"/>
                    <a:pt x="72528" y="941596"/>
                  </a:cubicBezTo>
                  <a:cubicBezTo>
                    <a:pt x="53478" y="940326"/>
                    <a:pt x="34428" y="930166"/>
                    <a:pt x="22998" y="914926"/>
                  </a:cubicBezTo>
                  <a:cubicBezTo>
                    <a:pt x="9028" y="897146"/>
                    <a:pt x="138" y="853966"/>
                    <a:pt x="2678" y="834916"/>
                  </a:cubicBezTo>
                  <a:cubicBezTo>
                    <a:pt x="2678" y="823486"/>
                    <a:pt x="5218" y="818406"/>
                    <a:pt x="12838" y="808246"/>
                  </a:cubicBezTo>
                  <a:cubicBezTo>
                    <a:pt x="33158" y="785386"/>
                    <a:pt x="104278" y="742206"/>
                    <a:pt x="151268" y="724426"/>
                  </a:cubicBezTo>
                  <a:cubicBezTo>
                    <a:pt x="193178" y="709186"/>
                    <a:pt x="238898" y="704106"/>
                    <a:pt x="278268" y="702836"/>
                  </a:cubicBezTo>
                  <a:cubicBezTo>
                    <a:pt x="308748" y="701566"/>
                    <a:pt x="336688" y="701566"/>
                    <a:pt x="363358" y="710456"/>
                  </a:cubicBezTo>
                  <a:cubicBezTo>
                    <a:pt x="393838" y="719346"/>
                    <a:pt x="444638" y="761256"/>
                    <a:pt x="448448" y="756176"/>
                  </a:cubicBezTo>
                  <a:cubicBezTo>
                    <a:pt x="453528" y="751096"/>
                    <a:pt x="415428" y="700296"/>
                    <a:pt x="381138" y="669816"/>
                  </a:cubicBezTo>
                  <a:cubicBezTo>
                    <a:pt x="325258" y="617746"/>
                    <a:pt x="161428" y="564406"/>
                    <a:pt x="118248" y="500906"/>
                  </a:cubicBezTo>
                  <a:cubicBezTo>
                    <a:pt x="89038" y="457726"/>
                    <a:pt x="92848" y="404386"/>
                    <a:pt x="90308" y="363746"/>
                  </a:cubicBezTo>
                  <a:cubicBezTo>
                    <a:pt x="87768" y="331996"/>
                    <a:pt x="89038" y="307866"/>
                    <a:pt x="96658" y="277386"/>
                  </a:cubicBezTo>
                  <a:cubicBezTo>
                    <a:pt x="104278" y="243096"/>
                    <a:pt x="115708" y="204996"/>
                    <a:pt x="137298" y="169436"/>
                  </a:cubicBezTo>
                  <a:cubicBezTo>
                    <a:pt x="162698" y="127526"/>
                    <a:pt x="205878" y="70376"/>
                    <a:pt x="243978" y="42436"/>
                  </a:cubicBezTo>
                  <a:cubicBezTo>
                    <a:pt x="273188" y="20846"/>
                    <a:pt x="303668" y="9416"/>
                    <a:pt x="335418" y="3066"/>
                  </a:cubicBezTo>
                  <a:cubicBezTo>
                    <a:pt x="367168" y="-3284"/>
                    <a:pt x="401458" y="1796"/>
                    <a:pt x="437018" y="4336"/>
                  </a:cubicBezTo>
                  <a:cubicBezTo>
                    <a:pt x="480198" y="8146"/>
                    <a:pt x="542428" y="14496"/>
                    <a:pt x="575448" y="27196"/>
                  </a:cubicBezTo>
                  <a:cubicBezTo>
                    <a:pt x="597038" y="34816"/>
                    <a:pt x="612278" y="42436"/>
                    <a:pt x="622438" y="56406"/>
                  </a:cubicBezTo>
                  <a:cubicBezTo>
                    <a:pt x="633868" y="70376"/>
                    <a:pt x="638948" y="93236"/>
                    <a:pt x="638948" y="109746"/>
                  </a:cubicBezTo>
                  <a:cubicBezTo>
                    <a:pt x="638948" y="122446"/>
                    <a:pt x="633868" y="135146"/>
                    <a:pt x="626248" y="145306"/>
                  </a:cubicBezTo>
                  <a:cubicBezTo>
                    <a:pt x="619898" y="155466"/>
                    <a:pt x="611008" y="165626"/>
                    <a:pt x="599578" y="171976"/>
                  </a:cubicBezTo>
                  <a:cubicBezTo>
                    <a:pt x="585608" y="178326"/>
                    <a:pt x="544968" y="180866"/>
                    <a:pt x="544968" y="180866"/>
                  </a:cubicBezTo>
                </a:path>
              </a:pathLst>
            </a:custGeom>
            <a:solidFill>
              <a:srgbClr val="E7191F"/>
            </a:solidFill>
            <a:ln cap="sq">
              <a:noFill/>
              <a:prstDash val="solid"/>
              <a:miter/>
            </a:ln>
          </p:spPr>
          <p:txBody>
            <a:bodyPr/>
            <a:lstStyle/>
            <a:p>
              <a:endParaRPr lang="en-GB"/>
            </a:p>
          </p:txBody>
        </p:sp>
      </p:grpSp>
      <p:grpSp>
        <p:nvGrpSpPr>
          <p:cNvPr id="72" name="Group 72"/>
          <p:cNvGrpSpPr/>
          <p:nvPr/>
        </p:nvGrpSpPr>
        <p:grpSpPr>
          <a:xfrm>
            <a:off x="9301162" y="9480232"/>
            <a:ext cx="1178242" cy="767715"/>
            <a:chOff x="0" y="0"/>
            <a:chExt cx="1570990" cy="1023620"/>
          </a:xfrm>
        </p:grpSpPr>
        <p:sp>
          <p:nvSpPr>
            <p:cNvPr id="73" name="Freeform 73"/>
            <p:cNvSpPr/>
            <p:nvPr/>
          </p:nvSpPr>
          <p:spPr>
            <a:xfrm>
              <a:off x="42563" y="47122"/>
              <a:ext cx="1477005" cy="926333"/>
            </a:xfrm>
            <a:custGeom>
              <a:avLst/>
              <a:gdLst/>
              <a:ahLst/>
              <a:cxnLst/>
              <a:rect l="l" t="t" r="r" b="b"/>
              <a:pathLst>
                <a:path w="1477005" h="926333">
                  <a:moveTo>
                    <a:pt x="278747" y="377058"/>
                  </a:moveTo>
                  <a:cubicBezTo>
                    <a:pt x="471787" y="391028"/>
                    <a:pt x="495917" y="378328"/>
                    <a:pt x="528937" y="360548"/>
                  </a:cubicBezTo>
                  <a:cubicBezTo>
                    <a:pt x="577197" y="332608"/>
                    <a:pt x="688957" y="266568"/>
                    <a:pt x="685147" y="237358"/>
                  </a:cubicBezTo>
                  <a:cubicBezTo>
                    <a:pt x="683877" y="217038"/>
                    <a:pt x="633077" y="203068"/>
                    <a:pt x="597517" y="192908"/>
                  </a:cubicBezTo>
                  <a:cubicBezTo>
                    <a:pt x="551797" y="178938"/>
                    <a:pt x="476867" y="163698"/>
                    <a:pt x="428607" y="175128"/>
                  </a:cubicBezTo>
                  <a:cubicBezTo>
                    <a:pt x="385427" y="185288"/>
                    <a:pt x="352407" y="213228"/>
                    <a:pt x="318117" y="246248"/>
                  </a:cubicBezTo>
                  <a:cubicBezTo>
                    <a:pt x="274937" y="286888"/>
                    <a:pt x="221597" y="366898"/>
                    <a:pt x="200007" y="413888"/>
                  </a:cubicBezTo>
                  <a:cubicBezTo>
                    <a:pt x="186037" y="445638"/>
                    <a:pt x="182227" y="467228"/>
                    <a:pt x="179687" y="496438"/>
                  </a:cubicBezTo>
                  <a:cubicBezTo>
                    <a:pt x="177147" y="529458"/>
                    <a:pt x="175877" y="566288"/>
                    <a:pt x="189847" y="599308"/>
                  </a:cubicBezTo>
                  <a:cubicBezTo>
                    <a:pt x="206357" y="639948"/>
                    <a:pt x="252077" y="694558"/>
                    <a:pt x="290177" y="718688"/>
                  </a:cubicBezTo>
                  <a:cubicBezTo>
                    <a:pt x="320657" y="739008"/>
                    <a:pt x="348597" y="741548"/>
                    <a:pt x="390507" y="747898"/>
                  </a:cubicBezTo>
                  <a:cubicBezTo>
                    <a:pt x="455277" y="758058"/>
                    <a:pt x="536557" y="756788"/>
                    <a:pt x="643237" y="758058"/>
                  </a:cubicBezTo>
                  <a:cubicBezTo>
                    <a:pt x="827387" y="759328"/>
                    <a:pt x="1301097" y="727578"/>
                    <a:pt x="1400157" y="742818"/>
                  </a:cubicBezTo>
                  <a:cubicBezTo>
                    <a:pt x="1425557" y="746628"/>
                    <a:pt x="1434447" y="747898"/>
                    <a:pt x="1447147" y="758058"/>
                  </a:cubicBezTo>
                  <a:cubicBezTo>
                    <a:pt x="1461117" y="772028"/>
                    <a:pt x="1476357" y="803778"/>
                    <a:pt x="1476357" y="822828"/>
                  </a:cubicBezTo>
                  <a:cubicBezTo>
                    <a:pt x="1477627" y="839338"/>
                    <a:pt x="1468737" y="857118"/>
                    <a:pt x="1458577" y="868548"/>
                  </a:cubicBezTo>
                  <a:cubicBezTo>
                    <a:pt x="1448417" y="879978"/>
                    <a:pt x="1433177" y="891408"/>
                    <a:pt x="1416667" y="893948"/>
                  </a:cubicBezTo>
                  <a:cubicBezTo>
                    <a:pt x="1397617" y="896488"/>
                    <a:pt x="1363327" y="888868"/>
                    <a:pt x="1348087" y="874898"/>
                  </a:cubicBezTo>
                  <a:cubicBezTo>
                    <a:pt x="1332847" y="860928"/>
                    <a:pt x="1323957" y="826638"/>
                    <a:pt x="1325227" y="807588"/>
                  </a:cubicBezTo>
                  <a:cubicBezTo>
                    <a:pt x="1326497" y="791078"/>
                    <a:pt x="1336657" y="774568"/>
                    <a:pt x="1348087" y="764408"/>
                  </a:cubicBezTo>
                  <a:cubicBezTo>
                    <a:pt x="1359517" y="752978"/>
                    <a:pt x="1377297" y="745358"/>
                    <a:pt x="1392537" y="742818"/>
                  </a:cubicBezTo>
                  <a:cubicBezTo>
                    <a:pt x="1407777" y="741548"/>
                    <a:pt x="1426827" y="744088"/>
                    <a:pt x="1439527" y="754248"/>
                  </a:cubicBezTo>
                  <a:cubicBezTo>
                    <a:pt x="1456037" y="765678"/>
                    <a:pt x="1473817" y="794888"/>
                    <a:pt x="1476357" y="815208"/>
                  </a:cubicBezTo>
                  <a:cubicBezTo>
                    <a:pt x="1478897" y="831718"/>
                    <a:pt x="1473817" y="849498"/>
                    <a:pt x="1463657" y="862198"/>
                  </a:cubicBezTo>
                  <a:cubicBezTo>
                    <a:pt x="1450957" y="877438"/>
                    <a:pt x="1435717" y="886328"/>
                    <a:pt x="1400157" y="895218"/>
                  </a:cubicBezTo>
                  <a:cubicBezTo>
                    <a:pt x="1280777" y="928238"/>
                    <a:pt x="708007" y="923158"/>
                    <a:pt x="545447" y="925698"/>
                  </a:cubicBezTo>
                  <a:cubicBezTo>
                    <a:pt x="479407" y="925698"/>
                    <a:pt x="455277" y="928238"/>
                    <a:pt x="408287" y="923158"/>
                  </a:cubicBezTo>
                  <a:cubicBezTo>
                    <a:pt x="354947" y="919348"/>
                    <a:pt x="290177" y="919348"/>
                    <a:pt x="239377" y="895218"/>
                  </a:cubicBezTo>
                  <a:cubicBezTo>
                    <a:pt x="186037" y="871088"/>
                    <a:pt x="133967" y="825368"/>
                    <a:pt x="95867" y="775838"/>
                  </a:cubicBezTo>
                  <a:cubicBezTo>
                    <a:pt x="56497" y="725038"/>
                    <a:pt x="22207" y="653918"/>
                    <a:pt x="8237" y="591688"/>
                  </a:cubicBezTo>
                  <a:cubicBezTo>
                    <a:pt x="-4463" y="533268"/>
                    <a:pt x="-1923" y="472308"/>
                    <a:pt x="12047" y="413888"/>
                  </a:cubicBezTo>
                  <a:cubicBezTo>
                    <a:pt x="27287" y="350388"/>
                    <a:pt x="76817" y="275458"/>
                    <a:pt x="106027" y="229738"/>
                  </a:cubicBezTo>
                  <a:cubicBezTo>
                    <a:pt x="123807" y="200528"/>
                    <a:pt x="136507" y="182748"/>
                    <a:pt x="158097" y="162428"/>
                  </a:cubicBezTo>
                  <a:cubicBezTo>
                    <a:pt x="183497" y="140838"/>
                    <a:pt x="227947" y="129408"/>
                    <a:pt x="252077" y="107818"/>
                  </a:cubicBezTo>
                  <a:cubicBezTo>
                    <a:pt x="273667" y="90038"/>
                    <a:pt x="277477" y="63368"/>
                    <a:pt x="300337" y="46858"/>
                  </a:cubicBezTo>
                  <a:cubicBezTo>
                    <a:pt x="325737" y="27808"/>
                    <a:pt x="371457" y="10028"/>
                    <a:pt x="405747" y="3678"/>
                  </a:cubicBezTo>
                  <a:cubicBezTo>
                    <a:pt x="438767" y="-2672"/>
                    <a:pt x="464167" y="-132"/>
                    <a:pt x="503537" y="6218"/>
                  </a:cubicBezTo>
                  <a:cubicBezTo>
                    <a:pt x="570847" y="17648"/>
                    <a:pt x="710547" y="46858"/>
                    <a:pt x="767697" y="87498"/>
                  </a:cubicBezTo>
                  <a:cubicBezTo>
                    <a:pt x="805797" y="115438"/>
                    <a:pt x="828657" y="154808"/>
                    <a:pt x="838817" y="191638"/>
                  </a:cubicBezTo>
                  <a:cubicBezTo>
                    <a:pt x="847707" y="223388"/>
                    <a:pt x="846437" y="261488"/>
                    <a:pt x="835007" y="290698"/>
                  </a:cubicBezTo>
                  <a:cubicBezTo>
                    <a:pt x="822307" y="322448"/>
                    <a:pt x="791827" y="344038"/>
                    <a:pt x="762617" y="373248"/>
                  </a:cubicBezTo>
                  <a:cubicBezTo>
                    <a:pt x="720707" y="412618"/>
                    <a:pt x="653397" y="474848"/>
                    <a:pt x="603867" y="502788"/>
                  </a:cubicBezTo>
                  <a:cubicBezTo>
                    <a:pt x="565767" y="523108"/>
                    <a:pt x="531477" y="530728"/>
                    <a:pt x="495917" y="539618"/>
                  </a:cubicBezTo>
                  <a:cubicBezTo>
                    <a:pt x="462897" y="547238"/>
                    <a:pt x="437497" y="554858"/>
                    <a:pt x="400667" y="553588"/>
                  </a:cubicBezTo>
                  <a:cubicBezTo>
                    <a:pt x="348597" y="552318"/>
                    <a:pt x="246997" y="539618"/>
                    <a:pt x="213977" y="515488"/>
                  </a:cubicBezTo>
                  <a:cubicBezTo>
                    <a:pt x="196197" y="502788"/>
                    <a:pt x="189847" y="482468"/>
                    <a:pt x="186037" y="467228"/>
                  </a:cubicBezTo>
                  <a:cubicBezTo>
                    <a:pt x="182227" y="454528"/>
                    <a:pt x="183497" y="441828"/>
                    <a:pt x="188577" y="430398"/>
                  </a:cubicBezTo>
                  <a:cubicBezTo>
                    <a:pt x="194927" y="415158"/>
                    <a:pt x="208897" y="394838"/>
                    <a:pt x="224137" y="387218"/>
                  </a:cubicBezTo>
                  <a:cubicBezTo>
                    <a:pt x="238107" y="378328"/>
                    <a:pt x="278747" y="377058"/>
                    <a:pt x="278747" y="377058"/>
                  </a:cubicBezTo>
                </a:path>
              </a:pathLst>
            </a:custGeom>
            <a:solidFill>
              <a:srgbClr val="E7191F"/>
            </a:solidFill>
            <a:ln cap="sq">
              <a:noFill/>
              <a:prstDash val="solid"/>
              <a:miter/>
            </a:ln>
          </p:spPr>
          <p:txBody>
            <a:bodyPr/>
            <a:lstStyle/>
            <a:p>
              <a:endParaRPr lang="en-GB"/>
            </a:p>
          </p:txBody>
        </p:sp>
      </p:grpSp>
      <p:grpSp>
        <p:nvGrpSpPr>
          <p:cNvPr id="74" name="Group 74"/>
          <p:cNvGrpSpPr/>
          <p:nvPr/>
        </p:nvGrpSpPr>
        <p:grpSpPr>
          <a:xfrm>
            <a:off x="10505122" y="9358312"/>
            <a:ext cx="680085" cy="827723"/>
            <a:chOff x="0" y="0"/>
            <a:chExt cx="906780" cy="1103630"/>
          </a:xfrm>
        </p:grpSpPr>
        <p:sp>
          <p:nvSpPr>
            <p:cNvPr id="75" name="Freeform 75"/>
            <p:cNvSpPr/>
            <p:nvPr/>
          </p:nvSpPr>
          <p:spPr>
            <a:xfrm>
              <a:off x="50077" y="48726"/>
              <a:ext cx="816399" cy="1019986"/>
            </a:xfrm>
            <a:custGeom>
              <a:avLst/>
              <a:gdLst/>
              <a:ahLst/>
              <a:cxnLst/>
              <a:rect l="l" t="t" r="r" b="b"/>
              <a:pathLst>
                <a:path w="816399" h="1019986">
                  <a:moveTo>
                    <a:pt x="664933" y="154474"/>
                  </a:moveTo>
                  <a:cubicBezTo>
                    <a:pt x="409663" y="211624"/>
                    <a:pt x="391883" y="217974"/>
                    <a:pt x="365213" y="238294"/>
                  </a:cubicBezTo>
                  <a:cubicBezTo>
                    <a:pt x="327113" y="266234"/>
                    <a:pt x="271233" y="325924"/>
                    <a:pt x="247103" y="365294"/>
                  </a:cubicBezTo>
                  <a:cubicBezTo>
                    <a:pt x="229323" y="394504"/>
                    <a:pt x="211543" y="423714"/>
                    <a:pt x="217893" y="447844"/>
                  </a:cubicBezTo>
                  <a:cubicBezTo>
                    <a:pt x="225513" y="473244"/>
                    <a:pt x="261073" y="493564"/>
                    <a:pt x="295363" y="512614"/>
                  </a:cubicBezTo>
                  <a:cubicBezTo>
                    <a:pt x="344893" y="540554"/>
                    <a:pt x="440143" y="571034"/>
                    <a:pt x="494753" y="581194"/>
                  </a:cubicBezTo>
                  <a:cubicBezTo>
                    <a:pt x="532853" y="587544"/>
                    <a:pt x="563333" y="572304"/>
                    <a:pt x="593813" y="583734"/>
                  </a:cubicBezTo>
                  <a:cubicBezTo>
                    <a:pt x="628103" y="597704"/>
                    <a:pt x="663663" y="631994"/>
                    <a:pt x="686523" y="661204"/>
                  </a:cubicBezTo>
                  <a:cubicBezTo>
                    <a:pt x="708113" y="686604"/>
                    <a:pt x="711923" y="720894"/>
                    <a:pt x="732243" y="743754"/>
                  </a:cubicBezTo>
                  <a:cubicBezTo>
                    <a:pt x="751293" y="765344"/>
                    <a:pt x="790663" y="771694"/>
                    <a:pt x="803363" y="797094"/>
                  </a:cubicBezTo>
                  <a:cubicBezTo>
                    <a:pt x="819873" y="828844"/>
                    <a:pt x="821143" y="893614"/>
                    <a:pt x="804633" y="927904"/>
                  </a:cubicBezTo>
                  <a:cubicBezTo>
                    <a:pt x="790663" y="959654"/>
                    <a:pt x="765263" y="982514"/>
                    <a:pt x="720813" y="999024"/>
                  </a:cubicBezTo>
                  <a:cubicBezTo>
                    <a:pt x="621753" y="1035854"/>
                    <a:pt x="306793" y="1015534"/>
                    <a:pt x="179793" y="1002834"/>
                  </a:cubicBezTo>
                  <a:cubicBezTo>
                    <a:pt x="111213" y="996484"/>
                    <a:pt x="46443" y="991404"/>
                    <a:pt x="21043" y="972354"/>
                  </a:cubicBezTo>
                  <a:cubicBezTo>
                    <a:pt x="8343" y="962194"/>
                    <a:pt x="4533" y="948224"/>
                    <a:pt x="3263" y="934254"/>
                  </a:cubicBezTo>
                  <a:cubicBezTo>
                    <a:pt x="723" y="916474"/>
                    <a:pt x="4533" y="888534"/>
                    <a:pt x="12153" y="873294"/>
                  </a:cubicBezTo>
                  <a:cubicBezTo>
                    <a:pt x="18503" y="859324"/>
                    <a:pt x="29933" y="849164"/>
                    <a:pt x="41363" y="842814"/>
                  </a:cubicBezTo>
                  <a:cubicBezTo>
                    <a:pt x="52793" y="835194"/>
                    <a:pt x="66763" y="830114"/>
                    <a:pt x="80733" y="828844"/>
                  </a:cubicBezTo>
                  <a:cubicBezTo>
                    <a:pt x="93433" y="827574"/>
                    <a:pt x="109943" y="830114"/>
                    <a:pt x="121373" y="835194"/>
                  </a:cubicBezTo>
                  <a:cubicBezTo>
                    <a:pt x="134073" y="840274"/>
                    <a:pt x="149313" y="845354"/>
                    <a:pt x="155663" y="859324"/>
                  </a:cubicBezTo>
                  <a:cubicBezTo>
                    <a:pt x="165823" y="884724"/>
                    <a:pt x="160743" y="964734"/>
                    <a:pt x="140423" y="986324"/>
                  </a:cubicBezTo>
                  <a:cubicBezTo>
                    <a:pt x="123913" y="1004104"/>
                    <a:pt x="82003" y="1006644"/>
                    <a:pt x="59143" y="997754"/>
                  </a:cubicBezTo>
                  <a:cubicBezTo>
                    <a:pt x="36283" y="990134"/>
                    <a:pt x="10883" y="959654"/>
                    <a:pt x="3263" y="938064"/>
                  </a:cubicBezTo>
                  <a:cubicBezTo>
                    <a:pt x="-3087" y="920284"/>
                    <a:pt x="723" y="898694"/>
                    <a:pt x="7073" y="882184"/>
                  </a:cubicBezTo>
                  <a:cubicBezTo>
                    <a:pt x="14693" y="865674"/>
                    <a:pt x="28663" y="849164"/>
                    <a:pt x="43903" y="840274"/>
                  </a:cubicBezTo>
                  <a:cubicBezTo>
                    <a:pt x="60413" y="831384"/>
                    <a:pt x="82003" y="826304"/>
                    <a:pt x="99783" y="828844"/>
                  </a:cubicBezTo>
                  <a:cubicBezTo>
                    <a:pt x="116293" y="831384"/>
                    <a:pt x="136613" y="841544"/>
                    <a:pt x="149313" y="852974"/>
                  </a:cubicBezTo>
                  <a:cubicBezTo>
                    <a:pt x="162013" y="865674"/>
                    <a:pt x="173443" y="884724"/>
                    <a:pt x="174713" y="902504"/>
                  </a:cubicBezTo>
                  <a:cubicBezTo>
                    <a:pt x="175983" y="925364"/>
                    <a:pt x="165823" y="963464"/>
                    <a:pt x="148043" y="979974"/>
                  </a:cubicBezTo>
                  <a:cubicBezTo>
                    <a:pt x="130263" y="996484"/>
                    <a:pt x="90893" y="1004104"/>
                    <a:pt x="68033" y="1001564"/>
                  </a:cubicBezTo>
                  <a:cubicBezTo>
                    <a:pt x="48983" y="997754"/>
                    <a:pt x="32473" y="985054"/>
                    <a:pt x="21043" y="971084"/>
                  </a:cubicBezTo>
                  <a:cubicBezTo>
                    <a:pt x="9613" y="958384"/>
                    <a:pt x="1993" y="936794"/>
                    <a:pt x="723" y="919014"/>
                  </a:cubicBezTo>
                  <a:cubicBezTo>
                    <a:pt x="723" y="901234"/>
                    <a:pt x="13423" y="865674"/>
                    <a:pt x="17233" y="865674"/>
                  </a:cubicBezTo>
                  <a:cubicBezTo>
                    <a:pt x="21043" y="865674"/>
                    <a:pt x="26123" y="971084"/>
                    <a:pt x="21043" y="972354"/>
                  </a:cubicBezTo>
                  <a:cubicBezTo>
                    <a:pt x="17233" y="972354"/>
                    <a:pt x="5803" y="946954"/>
                    <a:pt x="3263" y="934254"/>
                  </a:cubicBezTo>
                  <a:cubicBezTo>
                    <a:pt x="-547" y="921554"/>
                    <a:pt x="723" y="905044"/>
                    <a:pt x="4533" y="892344"/>
                  </a:cubicBezTo>
                  <a:cubicBezTo>
                    <a:pt x="7073" y="879644"/>
                    <a:pt x="13423" y="865674"/>
                    <a:pt x="24853" y="855514"/>
                  </a:cubicBezTo>
                  <a:cubicBezTo>
                    <a:pt x="37553" y="844084"/>
                    <a:pt x="62953" y="831384"/>
                    <a:pt x="80733" y="828844"/>
                  </a:cubicBezTo>
                  <a:cubicBezTo>
                    <a:pt x="94703" y="826304"/>
                    <a:pt x="109943" y="830114"/>
                    <a:pt x="121373" y="835194"/>
                  </a:cubicBezTo>
                  <a:cubicBezTo>
                    <a:pt x="134073" y="840274"/>
                    <a:pt x="145503" y="860594"/>
                    <a:pt x="155663" y="859324"/>
                  </a:cubicBezTo>
                  <a:cubicBezTo>
                    <a:pt x="164553" y="858054"/>
                    <a:pt x="163283" y="836464"/>
                    <a:pt x="179793" y="828844"/>
                  </a:cubicBezTo>
                  <a:cubicBezTo>
                    <a:pt x="230593" y="803444"/>
                    <a:pt x="485863" y="805984"/>
                    <a:pt x="565873" y="827574"/>
                  </a:cubicBezTo>
                  <a:cubicBezTo>
                    <a:pt x="606513" y="839004"/>
                    <a:pt x="645883" y="882184"/>
                    <a:pt x="650963" y="877104"/>
                  </a:cubicBezTo>
                  <a:cubicBezTo>
                    <a:pt x="656043" y="870754"/>
                    <a:pt x="611593" y="798364"/>
                    <a:pt x="567143" y="767884"/>
                  </a:cubicBezTo>
                  <a:cubicBezTo>
                    <a:pt x="498563" y="719624"/>
                    <a:pt x="328383" y="713274"/>
                    <a:pt x="240753" y="671364"/>
                  </a:cubicBezTo>
                  <a:cubicBezTo>
                    <a:pt x="172173" y="639614"/>
                    <a:pt x="104863" y="605324"/>
                    <a:pt x="74383" y="559604"/>
                  </a:cubicBezTo>
                  <a:cubicBezTo>
                    <a:pt x="50253" y="522774"/>
                    <a:pt x="46443" y="471974"/>
                    <a:pt x="48983" y="432604"/>
                  </a:cubicBezTo>
                  <a:cubicBezTo>
                    <a:pt x="51523" y="395774"/>
                    <a:pt x="62953" y="365294"/>
                    <a:pt x="82003" y="328464"/>
                  </a:cubicBezTo>
                  <a:cubicBezTo>
                    <a:pt x="109943" y="275124"/>
                    <a:pt x="165823" y="200194"/>
                    <a:pt x="217893" y="154474"/>
                  </a:cubicBezTo>
                  <a:cubicBezTo>
                    <a:pt x="264883" y="112564"/>
                    <a:pt x="310603" y="84624"/>
                    <a:pt x="372833" y="60494"/>
                  </a:cubicBezTo>
                  <a:cubicBezTo>
                    <a:pt x="452843" y="28744"/>
                    <a:pt x="610323" y="-9356"/>
                    <a:pt x="664933" y="2074"/>
                  </a:cubicBezTo>
                  <a:cubicBezTo>
                    <a:pt x="689063" y="7154"/>
                    <a:pt x="701763" y="19854"/>
                    <a:pt x="710653" y="33824"/>
                  </a:cubicBezTo>
                  <a:cubicBezTo>
                    <a:pt x="720813" y="47794"/>
                    <a:pt x="725893" y="71924"/>
                    <a:pt x="724623" y="88434"/>
                  </a:cubicBezTo>
                  <a:cubicBezTo>
                    <a:pt x="723353" y="101134"/>
                    <a:pt x="719543" y="112564"/>
                    <a:pt x="711923" y="122724"/>
                  </a:cubicBezTo>
                  <a:cubicBezTo>
                    <a:pt x="701763" y="135424"/>
                    <a:pt x="664933" y="154474"/>
                    <a:pt x="664933" y="154474"/>
                  </a:cubicBezTo>
                </a:path>
              </a:pathLst>
            </a:custGeom>
            <a:solidFill>
              <a:srgbClr val="E7191F"/>
            </a:solidFill>
            <a:ln cap="sq">
              <a:noFill/>
              <a:prstDash val="solid"/>
              <a:miter/>
            </a:ln>
          </p:spPr>
          <p:txBody>
            <a:bodyPr/>
            <a:lstStyle/>
            <a:p>
              <a:endParaRPr lang="en-GB"/>
            </a:p>
          </p:txBody>
        </p:sp>
      </p:grpSp>
      <p:grpSp>
        <p:nvGrpSpPr>
          <p:cNvPr id="76" name="Group 76"/>
          <p:cNvGrpSpPr/>
          <p:nvPr/>
        </p:nvGrpSpPr>
        <p:grpSpPr>
          <a:xfrm>
            <a:off x="7411403" y="9295448"/>
            <a:ext cx="184785" cy="184785"/>
            <a:chOff x="0" y="0"/>
            <a:chExt cx="246380" cy="246380"/>
          </a:xfrm>
        </p:grpSpPr>
        <p:sp>
          <p:nvSpPr>
            <p:cNvPr id="77" name="Freeform 77"/>
            <p:cNvSpPr/>
            <p:nvPr/>
          </p:nvSpPr>
          <p:spPr>
            <a:xfrm>
              <a:off x="48157" y="50746"/>
              <a:ext cx="144883" cy="148274"/>
            </a:xfrm>
            <a:custGeom>
              <a:avLst/>
              <a:gdLst/>
              <a:ahLst/>
              <a:cxnLst/>
              <a:rect l="l" t="t" r="r" b="b"/>
              <a:pathLst>
                <a:path w="144883" h="148274">
                  <a:moveTo>
                    <a:pt x="144883" y="52124"/>
                  </a:moveTo>
                  <a:cubicBezTo>
                    <a:pt x="142343" y="105464"/>
                    <a:pt x="123293" y="135944"/>
                    <a:pt x="104243" y="143564"/>
                  </a:cubicBezTo>
                  <a:cubicBezTo>
                    <a:pt x="85193" y="152454"/>
                    <a:pt x="49633" y="147374"/>
                    <a:pt x="33123" y="139754"/>
                  </a:cubicBezTo>
                  <a:cubicBezTo>
                    <a:pt x="21693" y="134674"/>
                    <a:pt x="12803" y="125784"/>
                    <a:pt x="7723" y="114354"/>
                  </a:cubicBezTo>
                  <a:cubicBezTo>
                    <a:pt x="103" y="97844"/>
                    <a:pt x="-2437" y="61014"/>
                    <a:pt x="2643" y="43234"/>
                  </a:cubicBezTo>
                  <a:cubicBezTo>
                    <a:pt x="6453" y="30534"/>
                    <a:pt x="16613" y="21644"/>
                    <a:pt x="25503" y="15294"/>
                  </a:cubicBezTo>
                  <a:cubicBezTo>
                    <a:pt x="34393" y="7674"/>
                    <a:pt x="45823" y="54"/>
                    <a:pt x="58523" y="54"/>
                  </a:cubicBezTo>
                  <a:cubicBezTo>
                    <a:pt x="77573" y="-1216"/>
                    <a:pt x="125833" y="20374"/>
                    <a:pt x="125833" y="20374"/>
                  </a:cubicBezTo>
                </a:path>
              </a:pathLst>
            </a:custGeom>
            <a:solidFill>
              <a:srgbClr val="E7191F"/>
            </a:solidFill>
            <a:ln cap="sq">
              <a:noFill/>
              <a:prstDash val="solid"/>
              <a:miter/>
            </a:ln>
          </p:spPr>
          <p:txBody>
            <a:bodyPr/>
            <a:lstStyle/>
            <a:p>
              <a:endParaRPr lang="en-GB"/>
            </a:p>
          </p:txBody>
        </p:sp>
      </p:grpSp>
      <p:grpSp>
        <p:nvGrpSpPr>
          <p:cNvPr id="78" name="Group 78"/>
          <p:cNvGrpSpPr/>
          <p:nvPr/>
        </p:nvGrpSpPr>
        <p:grpSpPr>
          <a:xfrm>
            <a:off x="1111568" y="9535478"/>
            <a:ext cx="4140517" cy="276225"/>
            <a:chOff x="0" y="0"/>
            <a:chExt cx="5520690" cy="368300"/>
          </a:xfrm>
        </p:grpSpPr>
        <p:sp>
          <p:nvSpPr>
            <p:cNvPr id="79" name="Freeform 79"/>
            <p:cNvSpPr/>
            <p:nvPr/>
          </p:nvSpPr>
          <p:spPr>
            <a:xfrm>
              <a:off x="50608" y="50800"/>
              <a:ext cx="5420172" cy="267018"/>
            </a:xfrm>
            <a:custGeom>
              <a:avLst/>
              <a:gdLst/>
              <a:ahLst/>
              <a:cxnLst/>
              <a:rect l="l" t="t" r="r" b="b"/>
              <a:pathLst>
                <a:path w="5420172" h="267018">
                  <a:moveTo>
                    <a:pt x="77662" y="0"/>
                  </a:moveTo>
                  <a:cubicBezTo>
                    <a:pt x="578042" y="29210"/>
                    <a:pt x="619952" y="46990"/>
                    <a:pt x="741872" y="58420"/>
                  </a:cubicBezTo>
                  <a:cubicBezTo>
                    <a:pt x="1021272" y="86360"/>
                    <a:pt x="1619442" y="102870"/>
                    <a:pt x="2132522" y="111760"/>
                  </a:cubicBezTo>
                  <a:cubicBezTo>
                    <a:pt x="2764982" y="121920"/>
                    <a:pt x="3847022" y="127000"/>
                    <a:pt x="4255962" y="104140"/>
                  </a:cubicBezTo>
                  <a:cubicBezTo>
                    <a:pt x="4422332" y="93980"/>
                    <a:pt x="4494722" y="73660"/>
                    <a:pt x="4606482" y="66040"/>
                  </a:cubicBezTo>
                  <a:cubicBezTo>
                    <a:pt x="4705542" y="59690"/>
                    <a:pt x="4817302" y="66040"/>
                    <a:pt x="4890962" y="58420"/>
                  </a:cubicBezTo>
                  <a:cubicBezTo>
                    <a:pt x="4936682" y="53340"/>
                    <a:pt x="4955732" y="41910"/>
                    <a:pt x="5002722" y="38100"/>
                  </a:cubicBezTo>
                  <a:cubicBezTo>
                    <a:pt x="5084002" y="29210"/>
                    <a:pt x="5273232" y="24130"/>
                    <a:pt x="5335462" y="33020"/>
                  </a:cubicBezTo>
                  <a:cubicBezTo>
                    <a:pt x="5360862" y="36830"/>
                    <a:pt x="5374832" y="40640"/>
                    <a:pt x="5387532" y="50800"/>
                  </a:cubicBezTo>
                  <a:cubicBezTo>
                    <a:pt x="5401502" y="60960"/>
                    <a:pt x="5415472" y="78740"/>
                    <a:pt x="5419282" y="96520"/>
                  </a:cubicBezTo>
                  <a:cubicBezTo>
                    <a:pt x="5423092" y="118110"/>
                    <a:pt x="5414202" y="157480"/>
                    <a:pt x="5401502" y="175260"/>
                  </a:cubicBezTo>
                  <a:cubicBezTo>
                    <a:pt x="5391342" y="190500"/>
                    <a:pt x="5371022" y="199390"/>
                    <a:pt x="5354512" y="203200"/>
                  </a:cubicBezTo>
                  <a:cubicBezTo>
                    <a:pt x="5338002" y="207010"/>
                    <a:pt x="5316412" y="207010"/>
                    <a:pt x="5299902" y="198120"/>
                  </a:cubicBezTo>
                  <a:cubicBezTo>
                    <a:pt x="5280852" y="186690"/>
                    <a:pt x="5256722" y="154940"/>
                    <a:pt x="5251642" y="133350"/>
                  </a:cubicBezTo>
                  <a:cubicBezTo>
                    <a:pt x="5246562" y="115570"/>
                    <a:pt x="5250372" y="95250"/>
                    <a:pt x="5260532" y="78740"/>
                  </a:cubicBezTo>
                  <a:cubicBezTo>
                    <a:pt x="5271962" y="59690"/>
                    <a:pt x="5304982" y="38100"/>
                    <a:pt x="5326572" y="34290"/>
                  </a:cubicBezTo>
                  <a:cubicBezTo>
                    <a:pt x="5344352" y="30480"/>
                    <a:pt x="5365942" y="36830"/>
                    <a:pt x="5379912" y="45720"/>
                  </a:cubicBezTo>
                  <a:cubicBezTo>
                    <a:pt x="5395152" y="54610"/>
                    <a:pt x="5410392" y="69850"/>
                    <a:pt x="5415472" y="87630"/>
                  </a:cubicBezTo>
                  <a:cubicBezTo>
                    <a:pt x="5423092" y="109220"/>
                    <a:pt x="5418012" y="148590"/>
                    <a:pt x="5407852" y="167640"/>
                  </a:cubicBezTo>
                  <a:cubicBezTo>
                    <a:pt x="5397692" y="184150"/>
                    <a:pt x="5387532" y="193040"/>
                    <a:pt x="5363402" y="200660"/>
                  </a:cubicBezTo>
                  <a:cubicBezTo>
                    <a:pt x="5303712" y="220980"/>
                    <a:pt x="5151312" y="198120"/>
                    <a:pt x="5012882" y="204470"/>
                  </a:cubicBezTo>
                  <a:cubicBezTo>
                    <a:pt x="4808412" y="213360"/>
                    <a:pt x="4443922" y="256540"/>
                    <a:pt x="4255962" y="264160"/>
                  </a:cubicBezTo>
                  <a:cubicBezTo>
                    <a:pt x="4142932" y="267970"/>
                    <a:pt x="4112452" y="265430"/>
                    <a:pt x="3984182" y="265430"/>
                  </a:cubicBezTo>
                  <a:cubicBezTo>
                    <a:pt x="3671762" y="265430"/>
                    <a:pt x="2850072" y="271780"/>
                    <a:pt x="2372552" y="259080"/>
                  </a:cubicBezTo>
                  <a:cubicBezTo>
                    <a:pt x="1987742" y="248920"/>
                    <a:pt x="1632142" y="214630"/>
                    <a:pt x="1332422" y="208280"/>
                  </a:cubicBezTo>
                  <a:cubicBezTo>
                    <a:pt x="1105092" y="204470"/>
                    <a:pt x="936182" y="220980"/>
                    <a:pt x="729172" y="212090"/>
                  </a:cubicBezTo>
                  <a:cubicBezTo>
                    <a:pt x="512002" y="201930"/>
                    <a:pt x="148782" y="184150"/>
                    <a:pt x="58612" y="151130"/>
                  </a:cubicBezTo>
                  <a:cubicBezTo>
                    <a:pt x="33212" y="142240"/>
                    <a:pt x="23052" y="134620"/>
                    <a:pt x="14162" y="120650"/>
                  </a:cubicBezTo>
                  <a:cubicBezTo>
                    <a:pt x="4002" y="106680"/>
                    <a:pt x="-1078" y="83820"/>
                    <a:pt x="192" y="67310"/>
                  </a:cubicBezTo>
                  <a:cubicBezTo>
                    <a:pt x="2732" y="50800"/>
                    <a:pt x="12892" y="30480"/>
                    <a:pt x="25592" y="19050"/>
                  </a:cubicBezTo>
                  <a:cubicBezTo>
                    <a:pt x="38292" y="7620"/>
                    <a:pt x="77662" y="0"/>
                    <a:pt x="77662" y="0"/>
                  </a:cubicBezTo>
                </a:path>
              </a:pathLst>
            </a:custGeom>
            <a:solidFill>
              <a:srgbClr val="E7191F"/>
            </a:solidFill>
            <a:ln cap="sq">
              <a:noFill/>
              <a:prstDash val="solid"/>
              <a:miter/>
            </a:ln>
          </p:spPr>
          <p:txBody>
            <a:bodyPr/>
            <a:lstStyle/>
            <a:p>
              <a:endParaRPr lang="en-GB"/>
            </a:p>
          </p:txBody>
        </p:sp>
      </p:grpSp>
      <p:grpSp>
        <p:nvGrpSpPr>
          <p:cNvPr id="80" name="Group 80"/>
          <p:cNvGrpSpPr/>
          <p:nvPr/>
        </p:nvGrpSpPr>
        <p:grpSpPr>
          <a:xfrm>
            <a:off x="11614785" y="9452610"/>
            <a:ext cx="5084445" cy="286703"/>
            <a:chOff x="0" y="0"/>
            <a:chExt cx="6779260" cy="382270"/>
          </a:xfrm>
        </p:grpSpPr>
        <p:sp>
          <p:nvSpPr>
            <p:cNvPr id="81" name="Freeform 81"/>
            <p:cNvSpPr/>
            <p:nvPr/>
          </p:nvSpPr>
          <p:spPr>
            <a:xfrm>
              <a:off x="47665" y="45394"/>
              <a:ext cx="6681290" cy="285088"/>
            </a:xfrm>
            <a:custGeom>
              <a:avLst/>
              <a:gdLst/>
              <a:ahLst/>
              <a:cxnLst/>
              <a:rect l="l" t="t" r="r" b="b"/>
              <a:pathLst>
                <a:path w="6681290" h="285088">
                  <a:moveTo>
                    <a:pt x="90765" y="103196"/>
                  </a:moveTo>
                  <a:cubicBezTo>
                    <a:pt x="220305" y="134946"/>
                    <a:pt x="264755" y="136216"/>
                    <a:pt x="333335" y="138756"/>
                  </a:cubicBezTo>
                  <a:cubicBezTo>
                    <a:pt x="459065" y="143836"/>
                    <a:pt x="688935" y="147646"/>
                    <a:pt x="873085" y="145106"/>
                  </a:cubicBezTo>
                  <a:cubicBezTo>
                    <a:pt x="1067395" y="143836"/>
                    <a:pt x="1273135" y="138756"/>
                    <a:pt x="1471255" y="126056"/>
                  </a:cubicBezTo>
                  <a:cubicBezTo>
                    <a:pt x="1665565" y="114626"/>
                    <a:pt x="1852255" y="81606"/>
                    <a:pt x="2049105" y="72716"/>
                  </a:cubicBezTo>
                  <a:cubicBezTo>
                    <a:pt x="2253575" y="62556"/>
                    <a:pt x="2499955" y="65096"/>
                    <a:pt x="2676485" y="71446"/>
                  </a:cubicBezTo>
                  <a:cubicBezTo>
                    <a:pt x="2806025" y="75256"/>
                    <a:pt x="2884765" y="94306"/>
                    <a:pt x="3013035" y="94306"/>
                  </a:cubicBezTo>
                  <a:cubicBezTo>
                    <a:pt x="3181945" y="94306"/>
                    <a:pt x="3405465" y="60016"/>
                    <a:pt x="3604855" y="53666"/>
                  </a:cubicBezTo>
                  <a:cubicBezTo>
                    <a:pt x="3806785" y="47316"/>
                    <a:pt x="4030305" y="61286"/>
                    <a:pt x="4218265" y="54936"/>
                  </a:cubicBezTo>
                  <a:cubicBezTo>
                    <a:pt x="4377015" y="49856"/>
                    <a:pt x="4473535" y="34616"/>
                    <a:pt x="4657685" y="26996"/>
                  </a:cubicBezTo>
                  <a:cubicBezTo>
                    <a:pt x="4966295" y="14296"/>
                    <a:pt x="5587325" y="-11104"/>
                    <a:pt x="5899745" y="5406"/>
                  </a:cubicBezTo>
                  <a:cubicBezTo>
                    <a:pt x="6088975" y="15566"/>
                    <a:pt x="6223595" y="51126"/>
                    <a:pt x="6355675" y="61286"/>
                  </a:cubicBezTo>
                  <a:cubicBezTo>
                    <a:pt x="6457275" y="68906"/>
                    <a:pt x="6574115" y="51126"/>
                    <a:pt x="6623645" y="68906"/>
                  </a:cubicBezTo>
                  <a:cubicBezTo>
                    <a:pt x="6645235" y="76526"/>
                    <a:pt x="6656665" y="87956"/>
                    <a:pt x="6666825" y="101926"/>
                  </a:cubicBezTo>
                  <a:cubicBezTo>
                    <a:pt x="6675715" y="115896"/>
                    <a:pt x="6683335" y="136216"/>
                    <a:pt x="6680795" y="153996"/>
                  </a:cubicBezTo>
                  <a:cubicBezTo>
                    <a:pt x="6678255" y="175586"/>
                    <a:pt x="6657935" y="209876"/>
                    <a:pt x="6640155" y="222576"/>
                  </a:cubicBezTo>
                  <a:cubicBezTo>
                    <a:pt x="6624915" y="232736"/>
                    <a:pt x="6604595" y="235276"/>
                    <a:pt x="6586815" y="234006"/>
                  </a:cubicBezTo>
                  <a:cubicBezTo>
                    <a:pt x="6570305" y="231466"/>
                    <a:pt x="6549985" y="225116"/>
                    <a:pt x="6537285" y="211146"/>
                  </a:cubicBezTo>
                  <a:cubicBezTo>
                    <a:pt x="6523315" y="194636"/>
                    <a:pt x="6508075" y="159076"/>
                    <a:pt x="6511885" y="136216"/>
                  </a:cubicBezTo>
                  <a:cubicBezTo>
                    <a:pt x="6515695" y="112086"/>
                    <a:pt x="6541095" y="82876"/>
                    <a:pt x="6560145" y="72716"/>
                  </a:cubicBezTo>
                  <a:cubicBezTo>
                    <a:pt x="6576655" y="63826"/>
                    <a:pt x="6598245" y="62556"/>
                    <a:pt x="6614755" y="66366"/>
                  </a:cubicBezTo>
                  <a:cubicBezTo>
                    <a:pt x="6631265" y="70176"/>
                    <a:pt x="6650315" y="80336"/>
                    <a:pt x="6660475" y="94306"/>
                  </a:cubicBezTo>
                  <a:cubicBezTo>
                    <a:pt x="6673175" y="112086"/>
                    <a:pt x="6682065" y="150186"/>
                    <a:pt x="6678255" y="171776"/>
                  </a:cubicBezTo>
                  <a:cubicBezTo>
                    <a:pt x="6674445" y="189556"/>
                    <a:pt x="6660475" y="207336"/>
                    <a:pt x="6647775" y="217496"/>
                  </a:cubicBezTo>
                  <a:cubicBezTo>
                    <a:pt x="6633805" y="227656"/>
                    <a:pt x="6619835" y="230196"/>
                    <a:pt x="6595705" y="234006"/>
                  </a:cubicBezTo>
                  <a:cubicBezTo>
                    <a:pt x="6551255" y="241626"/>
                    <a:pt x="6475055" y="237816"/>
                    <a:pt x="6392505" y="231466"/>
                  </a:cubicBezTo>
                  <a:cubicBezTo>
                    <a:pt x="6262965" y="221306"/>
                    <a:pt x="6096595" y="179396"/>
                    <a:pt x="5899745" y="164156"/>
                  </a:cubicBezTo>
                  <a:cubicBezTo>
                    <a:pt x="5606375" y="142566"/>
                    <a:pt x="5046305" y="146376"/>
                    <a:pt x="4799925" y="150186"/>
                  </a:cubicBezTo>
                  <a:cubicBezTo>
                    <a:pt x="4675465" y="152726"/>
                    <a:pt x="4614505" y="155266"/>
                    <a:pt x="4519255" y="164156"/>
                  </a:cubicBezTo>
                  <a:cubicBezTo>
                    <a:pt x="4420195" y="171776"/>
                    <a:pt x="4338915" y="193366"/>
                    <a:pt x="4218265" y="200986"/>
                  </a:cubicBezTo>
                  <a:cubicBezTo>
                    <a:pt x="4037925" y="212416"/>
                    <a:pt x="3752175" y="195906"/>
                    <a:pt x="3540085" y="204796"/>
                  </a:cubicBezTo>
                  <a:cubicBezTo>
                    <a:pt x="3353395" y="212416"/>
                    <a:pt x="3167975" y="244166"/>
                    <a:pt x="3010495" y="246706"/>
                  </a:cubicBezTo>
                  <a:cubicBezTo>
                    <a:pt x="2886035" y="247976"/>
                    <a:pt x="2809835" y="231466"/>
                    <a:pt x="2675215" y="227656"/>
                  </a:cubicBezTo>
                  <a:cubicBezTo>
                    <a:pt x="2477095" y="222576"/>
                    <a:pt x="2073235" y="214956"/>
                    <a:pt x="1932265" y="225116"/>
                  </a:cubicBezTo>
                  <a:cubicBezTo>
                    <a:pt x="1876385" y="228926"/>
                    <a:pt x="1864955" y="237816"/>
                    <a:pt x="1815425" y="242896"/>
                  </a:cubicBezTo>
                  <a:cubicBezTo>
                    <a:pt x="1731605" y="251786"/>
                    <a:pt x="1614765" y="254326"/>
                    <a:pt x="1471255" y="259406"/>
                  </a:cubicBezTo>
                  <a:cubicBezTo>
                    <a:pt x="1232495" y="268296"/>
                    <a:pt x="737195" y="286076"/>
                    <a:pt x="512405" y="284806"/>
                  </a:cubicBezTo>
                  <a:cubicBezTo>
                    <a:pt x="391755" y="284806"/>
                    <a:pt x="319365" y="287346"/>
                    <a:pt x="234275" y="277186"/>
                  </a:cubicBezTo>
                  <a:cubicBezTo>
                    <a:pt x="161885" y="268296"/>
                    <a:pt x="71715" y="254326"/>
                    <a:pt x="36155" y="232736"/>
                  </a:cubicBezTo>
                  <a:cubicBezTo>
                    <a:pt x="17105" y="221306"/>
                    <a:pt x="8215" y="208606"/>
                    <a:pt x="3135" y="193366"/>
                  </a:cubicBezTo>
                  <a:cubicBezTo>
                    <a:pt x="-1945" y="179396"/>
                    <a:pt x="-675" y="157806"/>
                    <a:pt x="5675" y="143836"/>
                  </a:cubicBezTo>
                  <a:cubicBezTo>
                    <a:pt x="12025" y="128596"/>
                    <a:pt x="25995" y="113356"/>
                    <a:pt x="39965" y="107006"/>
                  </a:cubicBezTo>
                  <a:cubicBezTo>
                    <a:pt x="53935" y="100656"/>
                    <a:pt x="90765" y="103196"/>
                    <a:pt x="90765" y="103196"/>
                  </a:cubicBezTo>
                </a:path>
              </a:pathLst>
            </a:custGeom>
            <a:solidFill>
              <a:srgbClr val="E7191F"/>
            </a:solidFill>
            <a:ln cap="sq">
              <a:noFill/>
              <a:prstDash val="solid"/>
              <a:miter/>
            </a:ln>
          </p:spPr>
          <p:txBody>
            <a:bodyPr/>
            <a:lstStyle/>
            <a:p>
              <a:endParaRPr lang="en-GB"/>
            </a:p>
          </p:txBody>
        </p:sp>
      </p:grpSp>
      <p:grpSp>
        <p:nvGrpSpPr>
          <p:cNvPr id="82" name="Group 82"/>
          <p:cNvGrpSpPr/>
          <p:nvPr/>
        </p:nvGrpSpPr>
        <p:grpSpPr>
          <a:xfrm>
            <a:off x="16147732" y="9214485"/>
            <a:ext cx="1500188" cy="962025"/>
            <a:chOff x="0" y="0"/>
            <a:chExt cx="2000250" cy="1282700"/>
          </a:xfrm>
        </p:grpSpPr>
        <p:sp>
          <p:nvSpPr>
            <p:cNvPr id="83" name="Freeform 83"/>
            <p:cNvSpPr/>
            <p:nvPr/>
          </p:nvSpPr>
          <p:spPr>
            <a:xfrm>
              <a:off x="50774" y="50800"/>
              <a:ext cx="1908614" cy="1181417"/>
            </a:xfrm>
            <a:custGeom>
              <a:avLst/>
              <a:gdLst/>
              <a:ahLst/>
              <a:cxnLst/>
              <a:rect l="l" t="t" r="r" b="b"/>
              <a:pathLst>
                <a:path w="1908614" h="1181417">
                  <a:moveTo>
                    <a:pt x="264186" y="0"/>
                  </a:moveTo>
                  <a:cubicBezTo>
                    <a:pt x="530886" y="57150"/>
                    <a:pt x="707416" y="66040"/>
                    <a:pt x="862356" y="96520"/>
                  </a:cubicBezTo>
                  <a:cubicBezTo>
                    <a:pt x="1041426" y="130810"/>
                    <a:pt x="1286536" y="210820"/>
                    <a:pt x="1431316" y="240030"/>
                  </a:cubicBezTo>
                  <a:cubicBezTo>
                    <a:pt x="1518946" y="259080"/>
                    <a:pt x="1592606" y="261620"/>
                    <a:pt x="1645946" y="274320"/>
                  </a:cubicBezTo>
                  <a:cubicBezTo>
                    <a:pt x="1678966" y="281940"/>
                    <a:pt x="1692936" y="285750"/>
                    <a:pt x="1723416" y="298450"/>
                  </a:cubicBezTo>
                  <a:cubicBezTo>
                    <a:pt x="1770406" y="318770"/>
                    <a:pt x="1874546" y="349250"/>
                    <a:pt x="1897406" y="391160"/>
                  </a:cubicBezTo>
                  <a:cubicBezTo>
                    <a:pt x="1916456" y="422910"/>
                    <a:pt x="1908836" y="476250"/>
                    <a:pt x="1892326" y="505460"/>
                  </a:cubicBezTo>
                  <a:cubicBezTo>
                    <a:pt x="1875816" y="537210"/>
                    <a:pt x="1832636" y="554990"/>
                    <a:pt x="1797076" y="574040"/>
                  </a:cubicBezTo>
                  <a:cubicBezTo>
                    <a:pt x="1758976" y="594360"/>
                    <a:pt x="1718336" y="607060"/>
                    <a:pt x="1673886" y="621030"/>
                  </a:cubicBezTo>
                  <a:cubicBezTo>
                    <a:pt x="1619276" y="637540"/>
                    <a:pt x="1560856" y="636270"/>
                    <a:pt x="1492276" y="660400"/>
                  </a:cubicBezTo>
                  <a:cubicBezTo>
                    <a:pt x="1391946" y="697230"/>
                    <a:pt x="1240816" y="797560"/>
                    <a:pt x="1139216" y="842010"/>
                  </a:cubicBezTo>
                  <a:cubicBezTo>
                    <a:pt x="1066826" y="873760"/>
                    <a:pt x="1021106" y="889000"/>
                    <a:pt x="948716" y="910590"/>
                  </a:cubicBezTo>
                  <a:cubicBezTo>
                    <a:pt x="857276" y="938530"/>
                    <a:pt x="753136" y="952500"/>
                    <a:pt x="636296" y="986790"/>
                  </a:cubicBezTo>
                  <a:cubicBezTo>
                    <a:pt x="478816" y="1033780"/>
                    <a:pt x="179096" y="1168400"/>
                    <a:pt x="95276" y="1179830"/>
                  </a:cubicBezTo>
                  <a:cubicBezTo>
                    <a:pt x="71146" y="1182370"/>
                    <a:pt x="60986" y="1182370"/>
                    <a:pt x="47016" y="1176020"/>
                  </a:cubicBezTo>
                  <a:cubicBezTo>
                    <a:pt x="33046" y="1169670"/>
                    <a:pt x="17806" y="1156970"/>
                    <a:pt x="10186" y="1143000"/>
                  </a:cubicBezTo>
                  <a:cubicBezTo>
                    <a:pt x="2566" y="1130300"/>
                    <a:pt x="-2514" y="1111250"/>
                    <a:pt x="1296" y="1096010"/>
                  </a:cubicBezTo>
                  <a:cubicBezTo>
                    <a:pt x="5106" y="1075690"/>
                    <a:pt x="24156" y="1046480"/>
                    <a:pt x="43206" y="1037590"/>
                  </a:cubicBezTo>
                  <a:cubicBezTo>
                    <a:pt x="60986" y="1027430"/>
                    <a:pt x="95276" y="1028700"/>
                    <a:pt x="114326" y="1038860"/>
                  </a:cubicBezTo>
                  <a:cubicBezTo>
                    <a:pt x="132106" y="1049020"/>
                    <a:pt x="151156" y="1078230"/>
                    <a:pt x="152426" y="1098550"/>
                  </a:cubicBezTo>
                  <a:cubicBezTo>
                    <a:pt x="154966" y="1120140"/>
                    <a:pt x="140996" y="1151890"/>
                    <a:pt x="124486" y="1164590"/>
                  </a:cubicBezTo>
                  <a:cubicBezTo>
                    <a:pt x="109246" y="1178560"/>
                    <a:pt x="73686" y="1182370"/>
                    <a:pt x="54636" y="1178560"/>
                  </a:cubicBezTo>
                  <a:cubicBezTo>
                    <a:pt x="39396" y="1174750"/>
                    <a:pt x="24156" y="1163320"/>
                    <a:pt x="15266" y="1150620"/>
                  </a:cubicBezTo>
                  <a:cubicBezTo>
                    <a:pt x="6376" y="1137920"/>
                    <a:pt x="26" y="1118870"/>
                    <a:pt x="26" y="1103630"/>
                  </a:cubicBezTo>
                  <a:cubicBezTo>
                    <a:pt x="1296" y="1088390"/>
                    <a:pt x="7646" y="1070610"/>
                    <a:pt x="16536" y="1057910"/>
                  </a:cubicBezTo>
                  <a:cubicBezTo>
                    <a:pt x="26696" y="1046480"/>
                    <a:pt x="35586" y="1042670"/>
                    <a:pt x="58446" y="1031240"/>
                  </a:cubicBezTo>
                  <a:cubicBezTo>
                    <a:pt x="134646" y="994410"/>
                    <a:pt x="447066" y="892810"/>
                    <a:pt x="602006" y="847090"/>
                  </a:cubicBezTo>
                  <a:cubicBezTo>
                    <a:pt x="713766" y="814070"/>
                    <a:pt x="810286" y="798830"/>
                    <a:pt x="895376" y="772160"/>
                  </a:cubicBezTo>
                  <a:cubicBezTo>
                    <a:pt x="961416" y="750570"/>
                    <a:pt x="1004596" y="735330"/>
                    <a:pt x="1070636" y="704850"/>
                  </a:cubicBezTo>
                  <a:cubicBezTo>
                    <a:pt x="1160806" y="664210"/>
                    <a:pt x="1283996" y="580390"/>
                    <a:pt x="1380516" y="538480"/>
                  </a:cubicBezTo>
                  <a:cubicBezTo>
                    <a:pt x="1460526" y="504190"/>
                    <a:pt x="1546886" y="480060"/>
                    <a:pt x="1606576" y="464820"/>
                  </a:cubicBezTo>
                  <a:cubicBezTo>
                    <a:pt x="1647216" y="454660"/>
                    <a:pt x="1676426" y="440690"/>
                    <a:pt x="1706906" y="445770"/>
                  </a:cubicBezTo>
                  <a:cubicBezTo>
                    <a:pt x="1733576" y="450850"/>
                    <a:pt x="1779296" y="485140"/>
                    <a:pt x="1778026" y="486410"/>
                  </a:cubicBezTo>
                  <a:cubicBezTo>
                    <a:pt x="1776756" y="488950"/>
                    <a:pt x="1668806" y="430530"/>
                    <a:pt x="1606576" y="411480"/>
                  </a:cubicBezTo>
                  <a:cubicBezTo>
                    <a:pt x="1539266" y="391160"/>
                    <a:pt x="1469416" y="389890"/>
                    <a:pt x="1389406" y="372110"/>
                  </a:cubicBezTo>
                  <a:cubicBezTo>
                    <a:pt x="1291616" y="350520"/>
                    <a:pt x="1159536" y="309880"/>
                    <a:pt x="1061746" y="288290"/>
                  </a:cubicBezTo>
                  <a:cubicBezTo>
                    <a:pt x="981736" y="270510"/>
                    <a:pt x="928396" y="260350"/>
                    <a:pt x="842036" y="246380"/>
                  </a:cubicBezTo>
                  <a:cubicBezTo>
                    <a:pt x="722656" y="228600"/>
                    <a:pt x="519456" y="214630"/>
                    <a:pt x="407696" y="194310"/>
                  </a:cubicBezTo>
                  <a:cubicBezTo>
                    <a:pt x="336576" y="181610"/>
                    <a:pt x="271806" y="167640"/>
                    <a:pt x="233706" y="151130"/>
                  </a:cubicBezTo>
                  <a:cubicBezTo>
                    <a:pt x="212116" y="142240"/>
                    <a:pt x="196876" y="137160"/>
                    <a:pt x="186716" y="121920"/>
                  </a:cubicBezTo>
                  <a:cubicBezTo>
                    <a:pt x="175286" y="105410"/>
                    <a:pt x="170206" y="71120"/>
                    <a:pt x="175286" y="50800"/>
                  </a:cubicBezTo>
                  <a:cubicBezTo>
                    <a:pt x="179096" y="34290"/>
                    <a:pt x="194336" y="16510"/>
                    <a:pt x="209576" y="8890"/>
                  </a:cubicBezTo>
                  <a:cubicBezTo>
                    <a:pt x="224816" y="0"/>
                    <a:pt x="264186" y="0"/>
                    <a:pt x="264186" y="0"/>
                  </a:cubicBezTo>
                </a:path>
              </a:pathLst>
            </a:custGeom>
            <a:solidFill>
              <a:srgbClr val="E7191F"/>
            </a:solidFill>
            <a:ln cap="sq">
              <a:noFill/>
              <a:prstDash val="solid"/>
              <a:miter/>
            </a:ln>
          </p:spPr>
          <p:txBody>
            <a:bodyPr/>
            <a:lstStyle/>
            <a:p>
              <a:endParaRPr lang="en-GB"/>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TextBox 3"/>
          <p:cNvSpPr txBox="1"/>
          <p:nvPr/>
        </p:nvSpPr>
        <p:spPr>
          <a:xfrm>
            <a:off x="5809081" y="4145714"/>
            <a:ext cx="6412260" cy="1566544"/>
          </a:xfrm>
          <a:prstGeom prst="rect">
            <a:avLst/>
          </a:prstGeom>
        </p:spPr>
        <p:txBody>
          <a:bodyPr lIns="0" tIns="0" rIns="0" bIns="0" rtlCol="0" anchor="t">
            <a:spAutoFit/>
          </a:bodyPr>
          <a:lstStyle/>
          <a:p>
            <a:pPr algn="ctr">
              <a:lnSpc>
                <a:spcPts val="12880"/>
              </a:lnSpc>
              <a:spcBef>
                <a:spcPct val="0"/>
              </a:spcBef>
            </a:pPr>
            <a:r>
              <a:rPr lang="en-US" sz="9200" b="1">
                <a:solidFill>
                  <a:srgbClr val="000000"/>
                </a:solidFill>
                <a:latin typeface="Canva Sans Bold"/>
                <a:ea typeface="Canva Sans Bold"/>
                <a:cs typeface="Canva Sans Bold"/>
                <a:sym typeface="Canva Sans Bold"/>
              </a:rPr>
              <a:t>Conclusion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Freeform 3"/>
          <p:cNvSpPr/>
          <p:nvPr/>
        </p:nvSpPr>
        <p:spPr>
          <a:xfrm>
            <a:off x="7559289" y="1673365"/>
            <a:ext cx="3664197" cy="7584935"/>
          </a:xfrm>
          <a:custGeom>
            <a:avLst/>
            <a:gdLst/>
            <a:ahLst/>
            <a:cxnLst/>
            <a:rect l="l" t="t" r="r" b="b"/>
            <a:pathLst>
              <a:path w="3664197" h="7584935">
                <a:moveTo>
                  <a:pt x="0" y="0"/>
                </a:moveTo>
                <a:lnTo>
                  <a:pt x="3664196" y="0"/>
                </a:lnTo>
                <a:lnTo>
                  <a:pt x="3664196" y="7584935"/>
                </a:lnTo>
                <a:lnTo>
                  <a:pt x="0" y="7584935"/>
                </a:lnTo>
                <a:lnTo>
                  <a:pt x="0" y="0"/>
                </a:lnTo>
                <a:close/>
              </a:path>
            </a:pathLst>
          </a:custGeom>
          <a:blipFill>
            <a:blip r:embed="rId3"/>
            <a:stretch>
              <a:fillRect l="-626" t="-8044" b="-2039"/>
            </a:stretch>
          </a:blipFill>
        </p:spPr>
        <p:txBody>
          <a:bodyPr/>
          <a:lstStyle/>
          <a:p>
            <a:endParaRPr lang="en-GB"/>
          </a:p>
        </p:txBody>
      </p:sp>
      <p:sp>
        <p:nvSpPr>
          <p:cNvPr id="4" name="TextBox 4"/>
          <p:cNvSpPr txBox="1"/>
          <p:nvPr/>
        </p:nvSpPr>
        <p:spPr>
          <a:xfrm>
            <a:off x="11028164" y="612112"/>
            <a:ext cx="6231136" cy="3347706"/>
          </a:xfrm>
          <a:prstGeom prst="rect">
            <a:avLst/>
          </a:prstGeom>
        </p:spPr>
        <p:txBody>
          <a:bodyPr lIns="0" tIns="0" rIns="0" bIns="0" rtlCol="0" anchor="t">
            <a:spAutoFit/>
          </a:bodyPr>
          <a:lstStyle/>
          <a:p>
            <a:pPr marL="691000" lvl="1" indent="-345500" algn="ctr">
              <a:lnSpc>
                <a:spcPts val="4480"/>
              </a:lnSpc>
              <a:spcBef>
                <a:spcPct val="0"/>
              </a:spcBef>
              <a:buAutoNum type="arabicPeriod"/>
            </a:pPr>
            <a:r>
              <a:rPr lang="en-US" sz="3200" b="1">
                <a:solidFill>
                  <a:srgbClr val="000000"/>
                </a:solidFill>
                <a:latin typeface="Canva Sans Bold"/>
                <a:ea typeface="Canva Sans Bold"/>
                <a:cs typeface="Canva Sans Bold"/>
                <a:sym typeface="Canva Sans Bold"/>
              </a:rPr>
              <a:t>Replacement algorithms like FIFO manage limited cache and RAM by deciding which block to remove when new data must be loaded.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Freeform 3"/>
          <p:cNvSpPr/>
          <p:nvPr/>
        </p:nvSpPr>
        <p:spPr>
          <a:xfrm flipH="1">
            <a:off x="6895250" y="1673365"/>
            <a:ext cx="3664197" cy="7584935"/>
          </a:xfrm>
          <a:custGeom>
            <a:avLst/>
            <a:gdLst/>
            <a:ahLst/>
            <a:cxnLst/>
            <a:rect l="l" t="t" r="r" b="b"/>
            <a:pathLst>
              <a:path w="3664197" h="7584935">
                <a:moveTo>
                  <a:pt x="3664196" y="0"/>
                </a:moveTo>
                <a:lnTo>
                  <a:pt x="0" y="0"/>
                </a:lnTo>
                <a:lnTo>
                  <a:pt x="0" y="7584935"/>
                </a:lnTo>
                <a:lnTo>
                  <a:pt x="3664196" y="7584935"/>
                </a:lnTo>
                <a:lnTo>
                  <a:pt x="3664196" y="0"/>
                </a:lnTo>
                <a:close/>
              </a:path>
            </a:pathLst>
          </a:custGeom>
          <a:blipFill>
            <a:blip r:embed="rId3"/>
            <a:stretch>
              <a:fillRect l="-626" t="-8044" b="-2039"/>
            </a:stretch>
          </a:blipFill>
        </p:spPr>
        <p:txBody>
          <a:bodyPr/>
          <a:lstStyle/>
          <a:p>
            <a:endParaRPr lang="en-GB"/>
          </a:p>
        </p:txBody>
      </p:sp>
      <p:sp>
        <p:nvSpPr>
          <p:cNvPr id="4" name="TextBox 4"/>
          <p:cNvSpPr txBox="1"/>
          <p:nvPr/>
        </p:nvSpPr>
        <p:spPr>
          <a:xfrm>
            <a:off x="11028164" y="612112"/>
            <a:ext cx="6231136" cy="3347706"/>
          </a:xfrm>
          <a:prstGeom prst="rect">
            <a:avLst/>
          </a:prstGeom>
        </p:spPr>
        <p:txBody>
          <a:bodyPr lIns="0" tIns="0" rIns="0" bIns="0" rtlCol="0" anchor="t">
            <a:spAutoFit/>
          </a:bodyPr>
          <a:lstStyle/>
          <a:p>
            <a:pPr marL="691000" lvl="1" indent="-345500" algn="ctr">
              <a:lnSpc>
                <a:spcPts val="4480"/>
              </a:lnSpc>
              <a:spcBef>
                <a:spcPct val="0"/>
              </a:spcBef>
              <a:buAutoNum type="arabicPeriod"/>
            </a:pPr>
            <a:r>
              <a:rPr lang="en-US" sz="3200" b="1">
                <a:solidFill>
                  <a:srgbClr val="000000"/>
                </a:solidFill>
                <a:latin typeface="Canva Sans Bold"/>
                <a:ea typeface="Canva Sans Bold"/>
                <a:cs typeface="Canva Sans Bold"/>
                <a:sym typeface="Canva Sans Bold"/>
              </a:rPr>
              <a:t>Replacement algorithms like FIFO manage limited cache and RAM by deciding which block to remove when new data must be loaded.</a:t>
            </a:r>
          </a:p>
        </p:txBody>
      </p:sp>
      <p:sp>
        <p:nvSpPr>
          <p:cNvPr id="5" name="TextBox 5"/>
          <p:cNvSpPr txBox="1"/>
          <p:nvPr/>
        </p:nvSpPr>
        <p:spPr>
          <a:xfrm>
            <a:off x="638073" y="1616215"/>
            <a:ext cx="6257177" cy="2785731"/>
          </a:xfrm>
          <a:prstGeom prst="rect">
            <a:avLst/>
          </a:prstGeom>
        </p:spPr>
        <p:txBody>
          <a:bodyPr lIns="0" tIns="0" rIns="0" bIns="0" rtlCol="0" anchor="t">
            <a:spAutoFit/>
          </a:bodyPr>
          <a:lstStyle/>
          <a:p>
            <a:pPr marL="691000" lvl="1" indent="-345500" algn="ctr">
              <a:lnSpc>
                <a:spcPts val="4480"/>
              </a:lnSpc>
              <a:spcBef>
                <a:spcPct val="0"/>
              </a:spcBef>
              <a:buAutoNum type="arabicPeriod"/>
            </a:pPr>
            <a:r>
              <a:rPr lang="en-US" sz="3200" b="1">
                <a:solidFill>
                  <a:srgbClr val="000000"/>
                </a:solidFill>
                <a:latin typeface="Canva Sans Bold"/>
                <a:ea typeface="Canva Sans Bold"/>
                <a:cs typeface="Canva Sans Bold"/>
                <a:sym typeface="Canva Sans Bold"/>
              </a:rPr>
              <a:t>By replacing the oldest or least-needed blocks, they help maintain efficient memory usage and improve system performance.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GB"/>
          </a:p>
        </p:txBody>
      </p:sp>
      <p:sp>
        <p:nvSpPr>
          <p:cNvPr id="3" name="Freeform 3"/>
          <p:cNvSpPr/>
          <p:nvPr/>
        </p:nvSpPr>
        <p:spPr>
          <a:xfrm flipV="1">
            <a:off x="7624375" y="1028700"/>
            <a:ext cx="3664197" cy="7584935"/>
          </a:xfrm>
          <a:custGeom>
            <a:avLst/>
            <a:gdLst/>
            <a:ahLst/>
            <a:cxnLst/>
            <a:rect l="l" t="t" r="r" b="b"/>
            <a:pathLst>
              <a:path w="3664197" h="7584935">
                <a:moveTo>
                  <a:pt x="0" y="7584935"/>
                </a:moveTo>
                <a:lnTo>
                  <a:pt x="3664196" y="7584935"/>
                </a:lnTo>
                <a:lnTo>
                  <a:pt x="3664196" y="0"/>
                </a:lnTo>
                <a:lnTo>
                  <a:pt x="0" y="0"/>
                </a:lnTo>
                <a:lnTo>
                  <a:pt x="0" y="7584935"/>
                </a:lnTo>
                <a:close/>
              </a:path>
            </a:pathLst>
          </a:custGeom>
          <a:blipFill>
            <a:blip r:embed="rId3"/>
            <a:stretch>
              <a:fillRect l="-626" t="-8044" b="-2039"/>
            </a:stretch>
          </a:blipFill>
        </p:spPr>
        <p:txBody>
          <a:bodyPr/>
          <a:lstStyle/>
          <a:p>
            <a:endParaRPr lang="en-GB"/>
          </a:p>
        </p:txBody>
      </p:sp>
      <p:sp>
        <p:nvSpPr>
          <p:cNvPr id="4" name="Freeform 4"/>
          <p:cNvSpPr/>
          <p:nvPr/>
        </p:nvSpPr>
        <p:spPr>
          <a:xfrm rot="-10800000">
            <a:off x="7988016" y="7005210"/>
            <a:ext cx="1678226" cy="1720893"/>
          </a:xfrm>
          <a:custGeom>
            <a:avLst/>
            <a:gdLst/>
            <a:ahLst/>
            <a:cxnLst/>
            <a:rect l="l" t="t" r="r" b="b"/>
            <a:pathLst>
              <a:path w="1678226" h="1720893">
                <a:moveTo>
                  <a:pt x="0" y="0"/>
                </a:moveTo>
                <a:lnTo>
                  <a:pt x="1678226" y="0"/>
                </a:lnTo>
                <a:lnTo>
                  <a:pt x="1678226" y="1720893"/>
                </a:lnTo>
                <a:lnTo>
                  <a:pt x="0" y="1720893"/>
                </a:lnTo>
                <a:lnTo>
                  <a:pt x="0" y="0"/>
                </a:lnTo>
                <a:close/>
              </a:path>
            </a:pathLst>
          </a:custGeom>
          <a:blipFill>
            <a:blip r:embed="rId4"/>
            <a:stretch>
              <a:fillRect/>
            </a:stretch>
          </a:blipFill>
        </p:spPr>
        <p:txBody>
          <a:bodyPr/>
          <a:lstStyle/>
          <a:p>
            <a:endParaRPr lang="en-GB"/>
          </a:p>
        </p:txBody>
      </p:sp>
      <p:sp>
        <p:nvSpPr>
          <p:cNvPr id="5" name="TextBox 5"/>
          <p:cNvSpPr txBox="1"/>
          <p:nvPr/>
        </p:nvSpPr>
        <p:spPr>
          <a:xfrm>
            <a:off x="11028164" y="612112"/>
            <a:ext cx="6231136" cy="3347706"/>
          </a:xfrm>
          <a:prstGeom prst="rect">
            <a:avLst/>
          </a:prstGeom>
        </p:spPr>
        <p:txBody>
          <a:bodyPr lIns="0" tIns="0" rIns="0" bIns="0" rtlCol="0" anchor="t">
            <a:spAutoFit/>
          </a:bodyPr>
          <a:lstStyle/>
          <a:p>
            <a:pPr marL="691000" lvl="1" indent="-345500" algn="ctr">
              <a:lnSpc>
                <a:spcPts val="4480"/>
              </a:lnSpc>
              <a:spcBef>
                <a:spcPct val="0"/>
              </a:spcBef>
              <a:buAutoNum type="arabicPeriod"/>
            </a:pPr>
            <a:r>
              <a:rPr lang="en-US" sz="3200" b="1">
                <a:solidFill>
                  <a:srgbClr val="000000"/>
                </a:solidFill>
                <a:latin typeface="Canva Sans Bold"/>
                <a:ea typeface="Canva Sans Bold"/>
                <a:cs typeface="Canva Sans Bold"/>
                <a:sym typeface="Canva Sans Bold"/>
              </a:rPr>
              <a:t>Replacement algorithms like FIFO manage limited cache and RAM by deciding which block to remove when new data must be loaded.</a:t>
            </a:r>
          </a:p>
        </p:txBody>
      </p:sp>
      <p:sp>
        <p:nvSpPr>
          <p:cNvPr id="6" name="TextBox 6"/>
          <p:cNvSpPr txBox="1"/>
          <p:nvPr/>
        </p:nvSpPr>
        <p:spPr>
          <a:xfrm>
            <a:off x="638073" y="1616215"/>
            <a:ext cx="6257177" cy="2785731"/>
          </a:xfrm>
          <a:prstGeom prst="rect">
            <a:avLst/>
          </a:prstGeom>
        </p:spPr>
        <p:txBody>
          <a:bodyPr lIns="0" tIns="0" rIns="0" bIns="0" rtlCol="0" anchor="t">
            <a:spAutoFit/>
          </a:bodyPr>
          <a:lstStyle/>
          <a:p>
            <a:pPr marL="691000" lvl="1" indent="-345500" algn="ctr">
              <a:lnSpc>
                <a:spcPts val="4480"/>
              </a:lnSpc>
              <a:spcBef>
                <a:spcPct val="0"/>
              </a:spcBef>
              <a:buAutoNum type="arabicPeriod"/>
            </a:pPr>
            <a:r>
              <a:rPr lang="en-US" sz="3200" b="1">
                <a:solidFill>
                  <a:srgbClr val="000000"/>
                </a:solidFill>
                <a:latin typeface="Canva Sans Bold"/>
                <a:ea typeface="Canva Sans Bold"/>
                <a:cs typeface="Canva Sans Bold"/>
                <a:sym typeface="Canva Sans Bold"/>
              </a:rPr>
              <a:t>By replacing the oldest or least-needed blocks, they help maintain efficient memory usage and improve system performance.</a:t>
            </a:r>
          </a:p>
        </p:txBody>
      </p:sp>
      <p:sp>
        <p:nvSpPr>
          <p:cNvPr id="7" name="TextBox 7"/>
          <p:cNvSpPr txBox="1"/>
          <p:nvPr/>
        </p:nvSpPr>
        <p:spPr>
          <a:xfrm>
            <a:off x="11557046" y="5980596"/>
            <a:ext cx="5702254" cy="3277704"/>
          </a:xfrm>
          <a:prstGeom prst="rect">
            <a:avLst/>
          </a:prstGeom>
        </p:spPr>
        <p:txBody>
          <a:bodyPr lIns="0" tIns="0" rIns="0" bIns="0" rtlCol="0" anchor="t">
            <a:spAutoFit/>
          </a:bodyPr>
          <a:lstStyle/>
          <a:p>
            <a:pPr marL="676300" lvl="1" indent="-338150" algn="ctr">
              <a:lnSpc>
                <a:spcPts val="4385"/>
              </a:lnSpc>
              <a:spcBef>
                <a:spcPct val="0"/>
              </a:spcBef>
              <a:buAutoNum type="arabicPeriod"/>
            </a:pPr>
            <a:r>
              <a:rPr lang="en-US" sz="3132" b="1">
                <a:solidFill>
                  <a:srgbClr val="000000"/>
                </a:solidFill>
                <a:latin typeface="Canva Sans Bold"/>
                <a:ea typeface="Canva Sans Bold"/>
                <a:cs typeface="Canva Sans Bold"/>
                <a:sym typeface="Canva Sans Bold"/>
              </a:rPr>
              <a:t>These techniques ensure smooth program execution by reducing delays and intelligently handling memory when it becomes full.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444" r="-3444"/>
            </a:stretch>
          </a:blipFill>
        </p:spPr>
        <p:txBody>
          <a:bodyPr/>
          <a:lstStyle/>
          <a:p>
            <a:endParaRPr lang="en-GB"/>
          </a:p>
        </p:txBody>
      </p:sp>
      <p:sp>
        <p:nvSpPr>
          <p:cNvPr id="3" name="TextBox 3"/>
          <p:cNvSpPr txBox="1"/>
          <p:nvPr/>
        </p:nvSpPr>
        <p:spPr>
          <a:xfrm>
            <a:off x="6452159" y="6715845"/>
            <a:ext cx="5383682" cy="1684672"/>
          </a:xfrm>
          <a:prstGeom prst="rect">
            <a:avLst/>
          </a:prstGeom>
        </p:spPr>
        <p:txBody>
          <a:bodyPr lIns="0" tIns="0" rIns="0" bIns="0" rtlCol="0" anchor="t">
            <a:spAutoFit/>
          </a:bodyPr>
          <a:lstStyle/>
          <a:p>
            <a:pPr algn="ctr">
              <a:lnSpc>
                <a:spcPts val="13719"/>
              </a:lnSpc>
              <a:spcBef>
                <a:spcPct val="0"/>
              </a:spcBef>
            </a:pPr>
            <a:r>
              <a:rPr lang="en-US" sz="9799">
                <a:solidFill>
                  <a:srgbClr val="FFFFFF"/>
                </a:solidFill>
                <a:latin typeface="Norwester"/>
                <a:ea typeface="Norwester"/>
                <a:cs typeface="Norwester"/>
                <a:sym typeface="Norwester"/>
              </a:rPr>
              <a:t>Thank you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444" r="-3444"/>
            </a:stretch>
          </a:blipFill>
        </p:spPr>
        <p:txBody>
          <a:bodyPr/>
          <a:lstStyle/>
          <a:p>
            <a:endParaRPr lang="en-GB"/>
          </a:p>
        </p:txBody>
      </p:sp>
      <p:sp>
        <p:nvSpPr>
          <p:cNvPr id="3" name="TextBox 3"/>
          <p:cNvSpPr txBox="1"/>
          <p:nvPr/>
        </p:nvSpPr>
        <p:spPr>
          <a:xfrm>
            <a:off x="6452159" y="6715845"/>
            <a:ext cx="5383682" cy="1684672"/>
          </a:xfrm>
          <a:prstGeom prst="rect">
            <a:avLst/>
          </a:prstGeom>
        </p:spPr>
        <p:txBody>
          <a:bodyPr lIns="0" tIns="0" rIns="0" bIns="0" rtlCol="0" anchor="t">
            <a:spAutoFit/>
          </a:bodyPr>
          <a:lstStyle/>
          <a:p>
            <a:pPr algn="ctr">
              <a:lnSpc>
                <a:spcPts val="13719"/>
              </a:lnSpc>
              <a:spcBef>
                <a:spcPct val="0"/>
              </a:spcBef>
            </a:pPr>
            <a:r>
              <a:rPr lang="en-US" sz="9799">
                <a:solidFill>
                  <a:srgbClr val="FFFFFF"/>
                </a:solidFill>
                <a:latin typeface="Norwester"/>
                <a:ea typeface="Norwester"/>
                <a:cs typeface="Norwester"/>
                <a:sym typeface="Norwester"/>
              </a:rPr>
              <a:t>Thank you</a:t>
            </a:r>
          </a:p>
        </p:txBody>
      </p:sp>
      <p:sp>
        <p:nvSpPr>
          <p:cNvPr id="4" name="TextBox 4"/>
          <p:cNvSpPr txBox="1"/>
          <p:nvPr/>
        </p:nvSpPr>
        <p:spPr>
          <a:xfrm>
            <a:off x="14097000" y="7734300"/>
            <a:ext cx="3868232" cy="1944370"/>
          </a:xfrm>
          <a:prstGeom prst="rect">
            <a:avLst/>
          </a:prstGeom>
        </p:spPr>
        <p:txBody>
          <a:bodyPr lIns="0" tIns="0" rIns="0" bIns="0" rtlCol="0" anchor="t">
            <a:spAutoFit/>
          </a:bodyPr>
          <a:lstStyle/>
          <a:p>
            <a:pPr algn="ctr">
              <a:lnSpc>
                <a:spcPts val="5179"/>
              </a:lnSpc>
            </a:pPr>
            <a:r>
              <a:rPr lang="en-US" sz="3699" b="1" dirty="0">
                <a:solidFill>
                  <a:srgbClr val="FFFFFF"/>
                </a:solidFill>
                <a:latin typeface="Canva Sans Bold"/>
                <a:ea typeface="Canva Sans Bold"/>
                <a:cs typeface="Canva Sans Bold"/>
                <a:sym typeface="Canva Sans Bold"/>
              </a:rPr>
              <a:t>By: Vivek Joseph</a:t>
            </a:r>
          </a:p>
          <a:p>
            <a:pPr algn="ctr">
              <a:lnSpc>
                <a:spcPts val="5179"/>
              </a:lnSpc>
            </a:pPr>
            <a:r>
              <a:rPr lang="en-US" sz="3699" b="1" dirty="0" err="1">
                <a:solidFill>
                  <a:srgbClr val="FFFFFF"/>
                </a:solidFill>
                <a:latin typeface="Canva Sans Bold"/>
                <a:ea typeface="Canva Sans Bold"/>
                <a:cs typeface="Canva Sans Bold"/>
                <a:sym typeface="Canva Sans Bold"/>
              </a:rPr>
              <a:t>Rmca</a:t>
            </a:r>
            <a:r>
              <a:rPr lang="en-US" sz="3699" b="1" dirty="0">
                <a:solidFill>
                  <a:srgbClr val="FFFFFF"/>
                </a:solidFill>
                <a:latin typeface="Canva Sans Bold"/>
                <a:ea typeface="Canva Sans Bold"/>
                <a:cs typeface="Canva Sans Bold"/>
                <a:sym typeface="Canva Sans Bold"/>
              </a:rPr>
              <a:t> 2025-27</a:t>
            </a:r>
          </a:p>
          <a:p>
            <a:pPr algn="ctr">
              <a:lnSpc>
                <a:spcPts val="5179"/>
              </a:lnSpc>
              <a:spcBef>
                <a:spcPct val="0"/>
              </a:spcBef>
            </a:pPr>
            <a:r>
              <a:rPr lang="en-US" sz="3699" b="1" dirty="0">
                <a:solidFill>
                  <a:srgbClr val="FFFFFF"/>
                </a:solidFill>
                <a:latin typeface="Canva Sans Bold"/>
                <a:ea typeface="Canva Sans Bold"/>
                <a:cs typeface="Canva Sans Bold"/>
                <a:sym typeface="Canva Sans Bold"/>
              </a:rPr>
              <a:t>roll no.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700</Words>
  <Application>Microsoft Office PowerPoint</Application>
  <PresentationFormat>Custom</PresentationFormat>
  <Paragraphs>66</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Norwester</vt:lpstr>
      <vt:lpstr>Arimo Bold</vt:lpstr>
      <vt:lpstr>Canva Sans</vt:lpstr>
      <vt:lpstr>Garet Bold</vt:lpstr>
      <vt:lpstr>Canva Sans Bold</vt:lpstr>
      <vt:lpstr>Calibri</vt:lpstr>
      <vt:lpstr>Garet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FIFO(DF)ASSGN</dc:title>
  <cp:lastModifiedBy>vivek joseph</cp:lastModifiedBy>
  <cp:revision>2</cp:revision>
  <dcterms:created xsi:type="dcterms:W3CDTF">2006-08-16T00:00:00Z</dcterms:created>
  <dcterms:modified xsi:type="dcterms:W3CDTF">2025-12-14T06:11:44Z</dcterms:modified>
  <dc:identifier>DAG30BJGh0M</dc:identifier>
</cp:coreProperties>
</file>